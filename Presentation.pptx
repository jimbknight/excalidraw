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diagrams/data7.xml" ContentType="application/vnd.openxmlformats-officedocument.drawingml.diagramData+xml"/>
  <Override PartName="/ppt/diagrams/layout7.xml" ContentType="application/vnd.openxmlformats-officedocument.drawingml.diagramLayout+xml"/>
  <Override PartName="/ppt/diagrams/quickStyle7.xml" ContentType="application/vnd.openxmlformats-officedocument.drawingml.diagramStyle+xml"/>
  <Override PartName="/ppt/diagrams/colors7.xml" ContentType="application/vnd.openxmlformats-officedocument.drawingml.diagramColors+xml"/>
  <Override PartName="/ppt/diagrams/drawing7.xml" ContentType="application/vnd.ms-office.drawingml.diagramDrawing+xml"/>
  <Override PartName="/ppt/diagrams/data8.xml" ContentType="application/vnd.openxmlformats-officedocument.drawingml.diagramData+xml"/>
  <Override PartName="/ppt/diagrams/layout8.xml" ContentType="application/vnd.openxmlformats-officedocument.drawingml.diagramLayout+xml"/>
  <Override PartName="/ppt/diagrams/quickStyle8.xml" ContentType="application/vnd.openxmlformats-officedocument.drawingml.diagramStyle+xml"/>
  <Override PartName="/ppt/diagrams/colors8.xml" ContentType="application/vnd.openxmlformats-officedocument.drawingml.diagramColors+xml"/>
  <Override PartName="/ppt/diagrams/drawing8.xml" ContentType="application/vnd.ms-office.drawingml.diagramDrawing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60" r:id="rId5"/>
    <p:sldId id="261" r:id="rId6"/>
    <p:sldId id="262" r:id="rId7"/>
    <p:sldId id="263" r:id="rId8"/>
    <p:sldId id="264" r:id="rId9"/>
    <p:sldId id="265" r:id="rId10"/>
    <p:sldId id="266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7362919-BAE2-429D-85EF-BA4869B5B743}" v="4" dt="2026-06-26T13:52:58.88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14" autoAdjust="0"/>
    <p:restoredTop sz="94660"/>
  </p:normalViewPr>
  <p:slideViewPr>
    <p:cSldViewPr snapToGrid="0">
      <p:cViewPr varScale="1">
        <p:scale>
          <a:sx n="79" d="100"/>
          <a:sy n="79" d="100"/>
        </p:scale>
        <p:origin x="802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17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teps Bernhard - s2410307042" userId="7f4dcfc9-4ca2-4540-be7f-52033912c2b1" providerId="ADAL" clId="{9FFBF9E1-59D7-4D92-A054-B39554A04A6E}"/>
    <pc:docChg chg="modSld">
      <pc:chgData name="Steps Bernhard - s2410307042" userId="7f4dcfc9-4ca2-4540-be7f-52033912c2b1" providerId="ADAL" clId="{9FFBF9E1-59D7-4D92-A054-B39554A04A6E}" dt="2026-06-26T13:52:58.880" v="3"/>
      <pc:docMkLst>
        <pc:docMk/>
      </pc:docMkLst>
      <pc:sldChg chg="modTransition modAnim">
        <pc:chgData name="Steps Bernhard - s2410307042" userId="7f4dcfc9-4ca2-4540-be7f-52033912c2b1" providerId="ADAL" clId="{9FFBF9E1-59D7-4D92-A054-B39554A04A6E}" dt="2026-06-26T13:52:58.880" v="3"/>
        <pc:sldMkLst>
          <pc:docMk/>
          <pc:sldMk cId="3726187252" sldId="257"/>
        </pc:sldMkLst>
      </pc:sldChg>
    </pc:docChg>
  </pc:docChgLst>
</pc:chgInfo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svg"/><Relationship Id="rId1" Type="http://schemas.openxmlformats.org/officeDocument/2006/relationships/image" Target="../media/image8.sv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svg"/><Relationship Id="rId1" Type="http://schemas.openxmlformats.org/officeDocument/2006/relationships/image" Target="../media/image8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7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8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6647C28A-F276-40A3-87BE-8037A86D0B57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B9D522E2-BE7E-46F4-AB42-AB778F764FAE}">
      <dgm:prSet/>
      <dgm:spPr/>
      <dgm:t>
        <a:bodyPr/>
        <a:lstStyle/>
        <a:p>
          <a:pPr>
            <a:lnSpc>
              <a:spcPct val="100000"/>
            </a:lnSpc>
          </a:pPr>
          <a:r>
            <a:rPr lang="de-AT" b="0" i="0"/>
            <a:t>Reales Open-Source-Projekt</a:t>
          </a:r>
          <a:endParaRPr lang="en-US"/>
        </a:p>
      </dgm:t>
    </dgm:pt>
    <dgm:pt modelId="{BEAF2BAA-B52E-4425-A6CF-D38E9F60429F}" type="parTrans" cxnId="{11EADB19-FCF6-41CD-A647-CD69701A18BE}">
      <dgm:prSet/>
      <dgm:spPr/>
      <dgm:t>
        <a:bodyPr/>
        <a:lstStyle/>
        <a:p>
          <a:endParaRPr lang="en-US"/>
        </a:p>
      </dgm:t>
    </dgm:pt>
    <dgm:pt modelId="{6BF75577-9CE3-4317-A874-CC0AA96E9C7D}" type="sibTrans" cxnId="{11EADB19-FCF6-41CD-A647-CD69701A18BE}">
      <dgm:prSet/>
      <dgm:spPr/>
      <dgm:t>
        <a:bodyPr/>
        <a:lstStyle/>
        <a:p>
          <a:endParaRPr lang="en-US"/>
        </a:p>
      </dgm:t>
    </dgm:pt>
    <dgm:pt modelId="{0D547ED3-EC1A-488C-81EC-D114BEC66AA8}">
      <dgm:prSet/>
      <dgm:spPr/>
      <dgm:t>
        <a:bodyPr/>
        <a:lstStyle/>
        <a:p>
          <a:pPr>
            <a:lnSpc>
              <a:spcPct val="100000"/>
            </a:lnSpc>
          </a:pPr>
          <a:r>
            <a:rPr lang="de-AT" b="0" i="0"/>
            <a:t>Bereits produktiv im Einsatz</a:t>
          </a:r>
          <a:endParaRPr lang="en-US"/>
        </a:p>
      </dgm:t>
    </dgm:pt>
    <dgm:pt modelId="{B041E485-5B64-472E-AADB-D825BEE36B3A}" type="parTrans" cxnId="{402FBC7B-39B7-46F0-952B-0357C0168A8E}">
      <dgm:prSet/>
      <dgm:spPr/>
      <dgm:t>
        <a:bodyPr/>
        <a:lstStyle/>
        <a:p>
          <a:endParaRPr lang="en-US"/>
        </a:p>
      </dgm:t>
    </dgm:pt>
    <dgm:pt modelId="{3042C2C0-476A-4633-84A1-716E19906C1F}" type="sibTrans" cxnId="{402FBC7B-39B7-46F0-952B-0357C0168A8E}">
      <dgm:prSet/>
      <dgm:spPr/>
      <dgm:t>
        <a:bodyPr/>
        <a:lstStyle/>
        <a:p>
          <a:endParaRPr lang="en-US"/>
        </a:p>
      </dgm:t>
    </dgm:pt>
    <dgm:pt modelId="{051A6EEF-0C62-4DC6-8875-DDF317C82F5F}">
      <dgm:prSet/>
      <dgm:spPr/>
      <dgm:t>
        <a:bodyPr/>
        <a:lstStyle/>
        <a:p>
          <a:pPr>
            <a:lnSpc>
              <a:spcPct val="100000"/>
            </a:lnSpc>
          </a:pPr>
          <a:r>
            <a:rPr lang="de-AT" b="0" i="0" dirty="0"/>
            <a:t>Viele sinnvolle Testmöglichkeiten</a:t>
          </a:r>
          <a:endParaRPr lang="en-US" dirty="0"/>
        </a:p>
      </dgm:t>
    </dgm:pt>
    <dgm:pt modelId="{0624134A-B190-4D86-B254-074045C7AE39}" type="parTrans" cxnId="{939B4971-4530-4D06-8748-FA968B5BDFBE}">
      <dgm:prSet/>
      <dgm:spPr/>
      <dgm:t>
        <a:bodyPr/>
        <a:lstStyle/>
        <a:p>
          <a:endParaRPr lang="en-US"/>
        </a:p>
      </dgm:t>
    </dgm:pt>
    <dgm:pt modelId="{6CADB266-5811-4B0E-AEDA-3B3C84E608EC}" type="sibTrans" cxnId="{939B4971-4530-4D06-8748-FA968B5BDFBE}">
      <dgm:prSet/>
      <dgm:spPr/>
      <dgm:t>
        <a:bodyPr/>
        <a:lstStyle/>
        <a:p>
          <a:endParaRPr lang="en-US"/>
        </a:p>
      </dgm:t>
    </dgm:pt>
    <dgm:pt modelId="{E983C556-FCED-46C9-99E5-17FF9B0A14A0}" type="pres">
      <dgm:prSet presAssocID="{6647C28A-F276-40A3-87BE-8037A86D0B57}" presName="root" presStyleCnt="0">
        <dgm:presLayoutVars>
          <dgm:dir/>
          <dgm:resizeHandles val="exact"/>
        </dgm:presLayoutVars>
      </dgm:prSet>
      <dgm:spPr/>
    </dgm:pt>
    <dgm:pt modelId="{C228FBBB-A756-4B98-AD88-5B7D626E1256}" type="pres">
      <dgm:prSet presAssocID="{B9D522E2-BE7E-46F4-AB42-AB778F764FAE}" presName="compNode" presStyleCnt="0"/>
      <dgm:spPr/>
    </dgm:pt>
    <dgm:pt modelId="{1F4B527A-A860-48BE-935D-3B0DC7AE311E}" type="pres">
      <dgm:prSet presAssocID="{B9D522E2-BE7E-46F4-AB42-AB778F764FAE}" presName="bgRect" presStyleLbl="bgShp" presStyleIdx="0" presStyleCnt="3"/>
      <dgm:spPr/>
    </dgm:pt>
    <dgm:pt modelId="{C8EB243D-5D9C-496E-A57F-8904D5991D88}" type="pres">
      <dgm:prSet presAssocID="{B9D522E2-BE7E-46F4-AB42-AB778F764FAE}" presName="iconRect" presStyleLbl="node1" presStyleIdx="0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Untertitel"/>
        </a:ext>
      </dgm:extLst>
    </dgm:pt>
    <dgm:pt modelId="{FAA6268D-5E54-454F-8C7F-5D3072C9209C}" type="pres">
      <dgm:prSet presAssocID="{B9D522E2-BE7E-46F4-AB42-AB778F764FAE}" presName="spaceRect" presStyleCnt="0"/>
      <dgm:spPr/>
    </dgm:pt>
    <dgm:pt modelId="{DE6DF921-23D1-4696-A711-5C506EDAF3C2}" type="pres">
      <dgm:prSet presAssocID="{B9D522E2-BE7E-46F4-AB42-AB778F764FAE}" presName="parTx" presStyleLbl="revTx" presStyleIdx="0" presStyleCnt="3">
        <dgm:presLayoutVars>
          <dgm:chMax val="0"/>
          <dgm:chPref val="0"/>
        </dgm:presLayoutVars>
      </dgm:prSet>
      <dgm:spPr/>
    </dgm:pt>
    <dgm:pt modelId="{DC61AEF0-2795-4195-A4C9-1909833A226A}" type="pres">
      <dgm:prSet presAssocID="{6BF75577-9CE3-4317-A874-CC0AA96E9C7D}" presName="sibTrans" presStyleCnt="0"/>
      <dgm:spPr/>
    </dgm:pt>
    <dgm:pt modelId="{CE8D85E8-C20C-46A3-B925-A8F1FB3E85E5}" type="pres">
      <dgm:prSet presAssocID="{0D547ED3-EC1A-488C-81EC-D114BEC66AA8}" presName="compNode" presStyleCnt="0"/>
      <dgm:spPr/>
    </dgm:pt>
    <dgm:pt modelId="{D2359E34-F02D-43CE-8A96-410865D91CC9}" type="pres">
      <dgm:prSet presAssocID="{0D547ED3-EC1A-488C-81EC-D114BEC66AA8}" presName="bgRect" presStyleLbl="bgShp" presStyleIdx="1" presStyleCnt="3"/>
      <dgm:spPr/>
    </dgm:pt>
    <dgm:pt modelId="{374BEED4-5A62-414F-9421-8EEEC72B0CD0}" type="pres">
      <dgm:prSet presAssocID="{0D547ED3-EC1A-488C-81EC-D114BEC66AA8}" presName="iconRect" presStyleLbl="node1" presStyleIdx="1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Upward trend"/>
        </a:ext>
      </dgm:extLst>
    </dgm:pt>
    <dgm:pt modelId="{F784E2DE-B4F7-4341-95C2-B06F5B72E8D8}" type="pres">
      <dgm:prSet presAssocID="{0D547ED3-EC1A-488C-81EC-D114BEC66AA8}" presName="spaceRect" presStyleCnt="0"/>
      <dgm:spPr/>
    </dgm:pt>
    <dgm:pt modelId="{914F5210-A7BB-44CE-AEDD-83DC0DBF0BD8}" type="pres">
      <dgm:prSet presAssocID="{0D547ED3-EC1A-488C-81EC-D114BEC66AA8}" presName="parTx" presStyleLbl="revTx" presStyleIdx="1" presStyleCnt="3">
        <dgm:presLayoutVars>
          <dgm:chMax val="0"/>
          <dgm:chPref val="0"/>
        </dgm:presLayoutVars>
      </dgm:prSet>
      <dgm:spPr/>
    </dgm:pt>
    <dgm:pt modelId="{B76086B6-AD7B-4768-8187-A499A04824D4}" type="pres">
      <dgm:prSet presAssocID="{3042C2C0-476A-4633-84A1-716E19906C1F}" presName="sibTrans" presStyleCnt="0"/>
      <dgm:spPr/>
    </dgm:pt>
    <dgm:pt modelId="{FC9C1F69-3EF3-4435-AB97-4D3939B19DF6}" type="pres">
      <dgm:prSet presAssocID="{051A6EEF-0C62-4DC6-8875-DDF317C82F5F}" presName="compNode" presStyleCnt="0"/>
      <dgm:spPr/>
    </dgm:pt>
    <dgm:pt modelId="{8C16CFDA-D607-4C46-ABFF-A3F02AA3E380}" type="pres">
      <dgm:prSet presAssocID="{051A6EEF-0C62-4DC6-8875-DDF317C82F5F}" presName="bgRect" presStyleLbl="bgShp" presStyleIdx="2" presStyleCnt="3"/>
      <dgm:spPr/>
    </dgm:pt>
    <dgm:pt modelId="{F1CAB284-AAF0-4615-8E45-C83A7DD453FA}" type="pres">
      <dgm:prSet presAssocID="{051A6EEF-0C62-4DC6-8875-DDF317C82F5F}" presName="iconRect" presStyleLbl="node1" presStyleIdx="2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Herz"/>
        </a:ext>
      </dgm:extLst>
    </dgm:pt>
    <dgm:pt modelId="{866A66E5-91E8-4459-A949-9D6D5C8AF65D}" type="pres">
      <dgm:prSet presAssocID="{051A6EEF-0C62-4DC6-8875-DDF317C82F5F}" presName="spaceRect" presStyleCnt="0"/>
      <dgm:spPr/>
    </dgm:pt>
    <dgm:pt modelId="{CA6BE4EF-9F24-4864-A953-3A5069B62BED}" type="pres">
      <dgm:prSet presAssocID="{051A6EEF-0C62-4DC6-8875-DDF317C82F5F}" presName="parTx" presStyleLbl="revTx" presStyleIdx="2" presStyleCnt="3">
        <dgm:presLayoutVars>
          <dgm:chMax val="0"/>
          <dgm:chPref val="0"/>
        </dgm:presLayoutVars>
      </dgm:prSet>
      <dgm:spPr/>
    </dgm:pt>
  </dgm:ptLst>
  <dgm:cxnLst>
    <dgm:cxn modelId="{78EADF17-756F-4E43-9049-B8EBAC9C739B}" type="presOf" srcId="{051A6EEF-0C62-4DC6-8875-DDF317C82F5F}" destId="{CA6BE4EF-9F24-4864-A953-3A5069B62BED}" srcOrd="0" destOrd="0" presId="urn:microsoft.com/office/officeart/2018/2/layout/IconVerticalSolidList"/>
    <dgm:cxn modelId="{11EADB19-FCF6-41CD-A647-CD69701A18BE}" srcId="{6647C28A-F276-40A3-87BE-8037A86D0B57}" destId="{B9D522E2-BE7E-46F4-AB42-AB778F764FAE}" srcOrd="0" destOrd="0" parTransId="{BEAF2BAA-B52E-4425-A6CF-D38E9F60429F}" sibTransId="{6BF75577-9CE3-4317-A874-CC0AA96E9C7D}"/>
    <dgm:cxn modelId="{939B4971-4530-4D06-8748-FA968B5BDFBE}" srcId="{6647C28A-F276-40A3-87BE-8037A86D0B57}" destId="{051A6EEF-0C62-4DC6-8875-DDF317C82F5F}" srcOrd="2" destOrd="0" parTransId="{0624134A-B190-4D86-B254-074045C7AE39}" sibTransId="{6CADB266-5811-4B0E-AEDA-3B3C84E608EC}"/>
    <dgm:cxn modelId="{402FBC7B-39B7-46F0-952B-0357C0168A8E}" srcId="{6647C28A-F276-40A3-87BE-8037A86D0B57}" destId="{0D547ED3-EC1A-488C-81EC-D114BEC66AA8}" srcOrd="1" destOrd="0" parTransId="{B041E485-5B64-472E-AADB-D825BEE36B3A}" sibTransId="{3042C2C0-476A-4633-84A1-716E19906C1F}"/>
    <dgm:cxn modelId="{330E4F8D-D82D-4175-90EE-C5D05A5A8BC7}" type="presOf" srcId="{0D547ED3-EC1A-488C-81EC-D114BEC66AA8}" destId="{914F5210-A7BB-44CE-AEDD-83DC0DBF0BD8}" srcOrd="0" destOrd="0" presId="urn:microsoft.com/office/officeart/2018/2/layout/IconVerticalSolidList"/>
    <dgm:cxn modelId="{F3252398-4595-432B-AAE4-F2697F1E0547}" type="presOf" srcId="{6647C28A-F276-40A3-87BE-8037A86D0B57}" destId="{E983C556-FCED-46C9-99E5-17FF9B0A14A0}" srcOrd="0" destOrd="0" presId="urn:microsoft.com/office/officeart/2018/2/layout/IconVerticalSolidList"/>
    <dgm:cxn modelId="{9EE664DB-DBDA-454D-B727-0C3A00E56937}" type="presOf" srcId="{B9D522E2-BE7E-46F4-AB42-AB778F764FAE}" destId="{DE6DF921-23D1-4696-A711-5C506EDAF3C2}" srcOrd="0" destOrd="0" presId="urn:microsoft.com/office/officeart/2018/2/layout/IconVerticalSolidList"/>
    <dgm:cxn modelId="{1F830EE1-9730-4BD8-A0FF-425CC5853709}" type="presParOf" srcId="{E983C556-FCED-46C9-99E5-17FF9B0A14A0}" destId="{C228FBBB-A756-4B98-AD88-5B7D626E1256}" srcOrd="0" destOrd="0" presId="urn:microsoft.com/office/officeart/2018/2/layout/IconVerticalSolidList"/>
    <dgm:cxn modelId="{0B2E27C3-658F-44E3-8F4C-41D487248A35}" type="presParOf" srcId="{C228FBBB-A756-4B98-AD88-5B7D626E1256}" destId="{1F4B527A-A860-48BE-935D-3B0DC7AE311E}" srcOrd="0" destOrd="0" presId="urn:microsoft.com/office/officeart/2018/2/layout/IconVerticalSolidList"/>
    <dgm:cxn modelId="{CE682A8A-035C-49EA-BD08-1BD6C1A4DE28}" type="presParOf" srcId="{C228FBBB-A756-4B98-AD88-5B7D626E1256}" destId="{C8EB243D-5D9C-496E-A57F-8904D5991D88}" srcOrd="1" destOrd="0" presId="urn:microsoft.com/office/officeart/2018/2/layout/IconVerticalSolidList"/>
    <dgm:cxn modelId="{1215345F-4835-4564-94E4-EE1F45650214}" type="presParOf" srcId="{C228FBBB-A756-4B98-AD88-5B7D626E1256}" destId="{FAA6268D-5E54-454F-8C7F-5D3072C9209C}" srcOrd="2" destOrd="0" presId="urn:microsoft.com/office/officeart/2018/2/layout/IconVerticalSolidList"/>
    <dgm:cxn modelId="{261FB64E-8437-4062-8470-8AD0F4506A12}" type="presParOf" srcId="{C228FBBB-A756-4B98-AD88-5B7D626E1256}" destId="{DE6DF921-23D1-4696-A711-5C506EDAF3C2}" srcOrd="3" destOrd="0" presId="urn:microsoft.com/office/officeart/2018/2/layout/IconVerticalSolidList"/>
    <dgm:cxn modelId="{52367CA9-FD09-41B9-B6D1-E1E7183D47AD}" type="presParOf" srcId="{E983C556-FCED-46C9-99E5-17FF9B0A14A0}" destId="{DC61AEF0-2795-4195-A4C9-1909833A226A}" srcOrd="1" destOrd="0" presId="urn:microsoft.com/office/officeart/2018/2/layout/IconVerticalSolidList"/>
    <dgm:cxn modelId="{7B68FFA9-7E21-4F53-ACD8-CAB1A17C1F1F}" type="presParOf" srcId="{E983C556-FCED-46C9-99E5-17FF9B0A14A0}" destId="{CE8D85E8-C20C-46A3-B925-A8F1FB3E85E5}" srcOrd="2" destOrd="0" presId="urn:microsoft.com/office/officeart/2018/2/layout/IconVerticalSolidList"/>
    <dgm:cxn modelId="{461EDD35-E04E-4D8A-86B7-00F9EBAA55C5}" type="presParOf" srcId="{CE8D85E8-C20C-46A3-B925-A8F1FB3E85E5}" destId="{D2359E34-F02D-43CE-8A96-410865D91CC9}" srcOrd="0" destOrd="0" presId="urn:microsoft.com/office/officeart/2018/2/layout/IconVerticalSolidList"/>
    <dgm:cxn modelId="{19118D76-E197-4A1A-956F-FFA1083962F9}" type="presParOf" srcId="{CE8D85E8-C20C-46A3-B925-A8F1FB3E85E5}" destId="{374BEED4-5A62-414F-9421-8EEEC72B0CD0}" srcOrd="1" destOrd="0" presId="urn:microsoft.com/office/officeart/2018/2/layout/IconVerticalSolidList"/>
    <dgm:cxn modelId="{0E4F3CD8-FA7E-46AC-9985-3142D772BD5D}" type="presParOf" srcId="{CE8D85E8-C20C-46A3-B925-A8F1FB3E85E5}" destId="{F784E2DE-B4F7-4341-95C2-B06F5B72E8D8}" srcOrd="2" destOrd="0" presId="urn:microsoft.com/office/officeart/2018/2/layout/IconVerticalSolidList"/>
    <dgm:cxn modelId="{0724D56F-4501-4648-B1CE-05016F432A09}" type="presParOf" srcId="{CE8D85E8-C20C-46A3-B925-A8F1FB3E85E5}" destId="{914F5210-A7BB-44CE-AEDD-83DC0DBF0BD8}" srcOrd="3" destOrd="0" presId="urn:microsoft.com/office/officeart/2018/2/layout/IconVerticalSolidList"/>
    <dgm:cxn modelId="{4BE78C59-DA5B-4CF5-8B3B-4CA8ADB69901}" type="presParOf" srcId="{E983C556-FCED-46C9-99E5-17FF9B0A14A0}" destId="{B76086B6-AD7B-4768-8187-A499A04824D4}" srcOrd="3" destOrd="0" presId="urn:microsoft.com/office/officeart/2018/2/layout/IconVerticalSolidList"/>
    <dgm:cxn modelId="{A7653CFA-59E3-48FD-9FE0-4B2792EFBE64}" type="presParOf" srcId="{E983C556-FCED-46C9-99E5-17FF9B0A14A0}" destId="{FC9C1F69-3EF3-4435-AB97-4D3939B19DF6}" srcOrd="4" destOrd="0" presId="urn:microsoft.com/office/officeart/2018/2/layout/IconVerticalSolidList"/>
    <dgm:cxn modelId="{A52702AE-DCB9-4738-84FA-7874CA58CD09}" type="presParOf" srcId="{FC9C1F69-3EF3-4435-AB97-4D3939B19DF6}" destId="{8C16CFDA-D607-4C46-ABFF-A3F02AA3E380}" srcOrd="0" destOrd="0" presId="urn:microsoft.com/office/officeart/2018/2/layout/IconVerticalSolidList"/>
    <dgm:cxn modelId="{DD777749-0AC1-4033-A6FB-80FDBEF527EB}" type="presParOf" srcId="{FC9C1F69-3EF3-4435-AB97-4D3939B19DF6}" destId="{F1CAB284-AAF0-4615-8E45-C83A7DD453FA}" srcOrd="1" destOrd="0" presId="urn:microsoft.com/office/officeart/2018/2/layout/IconVerticalSolidList"/>
    <dgm:cxn modelId="{9E124EE5-4DCD-4D4E-BB5A-6AEA469CD692}" type="presParOf" srcId="{FC9C1F69-3EF3-4435-AB97-4D3939B19DF6}" destId="{866A66E5-91E8-4459-A949-9D6D5C8AF65D}" srcOrd="2" destOrd="0" presId="urn:microsoft.com/office/officeart/2018/2/layout/IconVerticalSolidList"/>
    <dgm:cxn modelId="{4A9B8AE8-726D-4EF0-9560-7FD9CA1EB7A6}" type="presParOf" srcId="{FC9C1F69-3EF3-4435-AB97-4D3939B19DF6}" destId="{CA6BE4EF-9F24-4864-A953-3A5069B62BED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03EF60C8-4F1F-4E42-9925-D60325FFE93E}" type="doc">
      <dgm:prSet loTypeId="urn:microsoft.com/office/officeart/2005/8/layout/vList2" loCatId="list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EA1FB465-C8F5-46EF-A4ED-1F6FA3910E8F}">
      <dgm:prSet/>
      <dgm:spPr/>
      <dgm:t>
        <a:bodyPr/>
        <a:lstStyle/>
        <a:p>
          <a:r>
            <a:rPr lang="de-AT" b="0" i="0"/>
            <a:t>Unit + Integration</a:t>
          </a:r>
          <a:endParaRPr lang="en-US"/>
        </a:p>
      </dgm:t>
    </dgm:pt>
    <dgm:pt modelId="{6259986E-0778-4E4F-875D-F68FDE9B9E4C}" type="parTrans" cxnId="{555EF86A-EF0A-40C7-990B-21B1A5381400}">
      <dgm:prSet/>
      <dgm:spPr/>
      <dgm:t>
        <a:bodyPr/>
        <a:lstStyle/>
        <a:p>
          <a:endParaRPr lang="en-US"/>
        </a:p>
      </dgm:t>
    </dgm:pt>
    <dgm:pt modelId="{4D6E9139-B71C-4FD6-8DE8-5B4B907BF889}" type="sibTrans" cxnId="{555EF86A-EF0A-40C7-990B-21B1A5381400}">
      <dgm:prSet/>
      <dgm:spPr/>
      <dgm:t>
        <a:bodyPr/>
        <a:lstStyle/>
        <a:p>
          <a:endParaRPr lang="en-US"/>
        </a:p>
      </dgm:t>
    </dgm:pt>
    <dgm:pt modelId="{3D3097D9-1ABF-445A-B663-606D31CDCC94}">
      <dgm:prSet/>
      <dgm:spPr/>
      <dgm:t>
        <a:bodyPr/>
        <a:lstStyle/>
        <a:p>
          <a:r>
            <a:rPr lang="de-AT" b="0" i="0"/>
            <a:t>Vitest</a:t>
          </a:r>
          <a:endParaRPr lang="en-US"/>
        </a:p>
      </dgm:t>
    </dgm:pt>
    <dgm:pt modelId="{8FA3BF0F-9315-42C0-8710-78C5360D47D5}" type="parTrans" cxnId="{F43CA002-6F6B-4863-8267-399BC604A7B1}">
      <dgm:prSet/>
      <dgm:spPr/>
      <dgm:t>
        <a:bodyPr/>
        <a:lstStyle/>
        <a:p>
          <a:endParaRPr lang="en-US"/>
        </a:p>
      </dgm:t>
    </dgm:pt>
    <dgm:pt modelId="{B4CA61CB-37AC-4416-86AF-E433628FF2CD}" type="sibTrans" cxnId="{F43CA002-6F6B-4863-8267-399BC604A7B1}">
      <dgm:prSet/>
      <dgm:spPr/>
      <dgm:t>
        <a:bodyPr/>
        <a:lstStyle/>
        <a:p>
          <a:endParaRPr lang="en-US"/>
        </a:p>
      </dgm:t>
    </dgm:pt>
    <dgm:pt modelId="{B4988F34-204A-4132-B1D9-EDCAC45E1F53}">
      <dgm:prSet/>
      <dgm:spPr/>
      <dgm:t>
        <a:bodyPr/>
        <a:lstStyle/>
        <a:p>
          <a:r>
            <a:rPr lang="de-AT" b="0" i="0"/>
            <a:t>React Testing Library</a:t>
          </a:r>
          <a:endParaRPr lang="en-US"/>
        </a:p>
      </dgm:t>
    </dgm:pt>
    <dgm:pt modelId="{AD333F15-0521-432A-9761-762E50534B76}" type="parTrans" cxnId="{FC303101-6E55-4798-B8B0-09353FDBA117}">
      <dgm:prSet/>
      <dgm:spPr/>
      <dgm:t>
        <a:bodyPr/>
        <a:lstStyle/>
        <a:p>
          <a:endParaRPr lang="en-US"/>
        </a:p>
      </dgm:t>
    </dgm:pt>
    <dgm:pt modelId="{4BE73F7D-BCC1-4EB5-9184-0A6022C2CE95}" type="sibTrans" cxnId="{FC303101-6E55-4798-B8B0-09353FDBA117}">
      <dgm:prSet/>
      <dgm:spPr/>
      <dgm:t>
        <a:bodyPr/>
        <a:lstStyle/>
        <a:p>
          <a:endParaRPr lang="en-US"/>
        </a:p>
      </dgm:t>
    </dgm:pt>
    <dgm:pt modelId="{7C21D898-B05B-4E61-93CC-1471309515C5}">
      <dgm:prSet/>
      <dgm:spPr/>
      <dgm:t>
        <a:bodyPr/>
        <a:lstStyle/>
        <a:p>
          <a:r>
            <a:rPr lang="de-AT" b="0" i="0"/>
            <a:t>E2E</a:t>
          </a:r>
          <a:endParaRPr lang="en-US"/>
        </a:p>
      </dgm:t>
    </dgm:pt>
    <dgm:pt modelId="{4BD242E9-C093-49E9-96B1-BB03EF68666A}" type="parTrans" cxnId="{8F906694-F53E-446F-9335-337CF734FF2A}">
      <dgm:prSet/>
      <dgm:spPr/>
      <dgm:t>
        <a:bodyPr/>
        <a:lstStyle/>
        <a:p>
          <a:endParaRPr lang="en-US"/>
        </a:p>
      </dgm:t>
    </dgm:pt>
    <dgm:pt modelId="{CB25433D-BCC9-4DF8-A253-21A5C8E477CD}" type="sibTrans" cxnId="{8F906694-F53E-446F-9335-337CF734FF2A}">
      <dgm:prSet/>
      <dgm:spPr/>
      <dgm:t>
        <a:bodyPr/>
        <a:lstStyle/>
        <a:p>
          <a:endParaRPr lang="en-US"/>
        </a:p>
      </dgm:t>
    </dgm:pt>
    <dgm:pt modelId="{235B392A-E0E7-40F7-8CF1-A337BEE5A00F}">
      <dgm:prSet/>
      <dgm:spPr/>
      <dgm:t>
        <a:bodyPr/>
        <a:lstStyle/>
        <a:p>
          <a:r>
            <a:rPr lang="de-AT" b="0" i="0"/>
            <a:t>Playwright</a:t>
          </a:r>
          <a:endParaRPr lang="en-US"/>
        </a:p>
      </dgm:t>
    </dgm:pt>
    <dgm:pt modelId="{240D76C4-50D8-4440-9E76-BC9736A3A898}" type="parTrans" cxnId="{4F51A0B5-2B8F-490F-8AD0-8D1CF0AACEDA}">
      <dgm:prSet/>
      <dgm:spPr/>
      <dgm:t>
        <a:bodyPr/>
        <a:lstStyle/>
        <a:p>
          <a:endParaRPr lang="en-US"/>
        </a:p>
      </dgm:t>
    </dgm:pt>
    <dgm:pt modelId="{C33A73D2-E39E-4157-8EED-71A214265798}" type="sibTrans" cxnId="{4F51A0B5-2B8F-490F-8AD0-8D1CF0AACEDA}">
      <dgm:prSet/>
      <dgm:spPr/>
      <dgm:t>
        <a:bodyPr/>
        <a:lstStyle/>
        <a:p>
          <a:endParaRPr lang="en-US"/>
        </a:p>
      </dgm:t>
    </dgm:pt>
    <dgm:pt modelId="{38A5C3B1-3D96-4AC4-9769-33E098C2E303}">
      <dgm:prSet/>
      <dgm:spPr/>
      <dgm:t>
        <a:bodyPr/>
        <a:lstStyle/>
        <a:p>
          <a:r>
            <a:rPr lang="de-AT" b="0" i="0"/>
            <a:t>Load</a:t>
          </a:r>
          <a:endParaRPr lang="en-US"/>
        </a:p>
      </dgm:t>
    </dgm:pt>
    <dgm:pt modelId="{7A104D75-FDCD-4ACF-8D5E-26D7E02E0186}" type="parTrans" cxnId="{2AF448AC-B82B-450F-A02D-AA725512A8CA}">
      <dgm:prSet/>
      <dgm:spPr/>
      <dgm:t>
        <a:bodyPr/>
        <a:lstStyle/>
        <a:p>
          <a:endParaRPr lang="en-US"/>
        </a:p>
      </dgm:t>
    </dgm:pt>
    <dgm:pt modelId="{63DDBE79-53DB-43EE-81D4-79137100516C}" type="sibTrans" cxnId="{2AF448AC-B82B-450F-A02D-AA725512A8CA}">
      <dgm:prSet/>
      <dgm:spPr/>
      <dgm:t>
        <a:bodyPr/>
        <a:lstStyle/>
        <a:p>
          <a:endParaRPr lang="en-US"/>
        </a:p>
      </dgm:t>
    </dgm:pt>
    <dgm:pt modelId="{FC799682-1338-4F6D-B43C-681BD14E5372}">
      <dgm:prSet/>
      <dgm:spPr/>
      <dgm:t>
        <a:bodyPr/>
        <a:lstStyle/>
        <a:p>
          <a:r>
            <a:rPr lang="de-AT" b="0" i="0"/>
            <a:t>Artillery</a:t>
          </a:r>
          <a:endParaRPr lang="en-US"/>
        </a:p>
      </dgm:t>
    </dgm:pt>
    <dgm:pt modelId="{8543A6D2-7A41-466E-8A23-682DB79DF2EE}" type="parTrans" cxnId="{520A4762-E099-4D07-85F7-523C430FC1A6}">
      <dgm:prSet/>
      <dgm:spPr/>
      <dgm:t>
        <a:bodyPr/>
        <a:lstStyle/>
        <a:p>
          <a:endParaRPr lang="en-US"/>
        </a:p>
      </dgm:t>
    </dgm:pt>
    <dgm:pt modelId="{FF0A523F-0F2C-420A-AB4C-240BD549CDCE}" type="sibTrans" cxnId="{520A4762-E099-4D07-85F7-523C430FC1A6}">
      <dgm:prSet/>
      <dgm:spPr/>
      <dgm:t>
        <a:bodyPr/>
        <a:lstStyle/>
        <a:p>
          <a:endParaRPr lang="en-US"/>
        </a:p>
      </dgm:t>
    </dgm:pt>
    <dgm:pt modelId="{2CEA0AA5-0E08-4291-9DB8-383623EBBC53}" type="pres">
      <dgm:prSet presAssocID="{03EF60C8-4F1F-4E42-9925-D60325FFE93E}" presName="linear" presStyleCnt="0">
        <dgm:presLayoutVars>
          <dgm:animLvl val="lvl"/>
          <dgm:resizeHandles val="exact"/>
        </dgm:presLayoutVars>
      </dgm:prSet>
      <dgm:spPr/>
    </dgm:pt>
    <dgm:pt modelId="{E4D2FAE3-32EA-4440-B363-767E28A94C8F}" type="pres">
      <dgm:prSet presAssocID="{EA1FB465-C8F5-46EF-A4ED-1F6FA3910E8F}" presName="parentText" presStyleLbl="node1" presStyleIdx="0" presStyleCnt="3">
        <dgm:presLayoutVars>
          <dgm:chMax val="0"/>
          <dgm:bulletEnabled val="1"/>
        </dgm:presLayoutVars>
      </dgm:prSet>
      <dgm:spPr/>
    </dgm:pt>
    <dgm:pt modelId="{8818F11D-0782-4A97-88E8-C5D529A53ECC}" type="pres">
      <dgm:prSet presAssocID="{EA1FB465-C8F5-46EF-A4ED-1F6FA3910E8F}" presName="childText" presStyleLbl="revTx" presStyleIdx="0" presStyleCnt="3">
        <dgm:presLayoutVars>
          <dgm:bulletEnabled val="1"/>
        </dgm:presLayoutVars>
      </dgm:prSet>
      <dgm:spPr/>
    </dgm:pt>
    <dgm:pt modelId="{DECA9319-57E6-429D-90BD-6B3E8E403D0F}" type="pres">
      <dgm:prSet presAssocID="{7C21D898-B05B-4E61-93CC-1471309515C5}" presName="parentText" presStyleLbl="node1" presStyleIdx="1" presStyleCnt="3">
        <dgm:presLayoutVars>
          <dgm:chMax val="0"/>
          <dgm:bulletEnabled val="1"/>
        </dgm:presLayoutVars>
      </dgm:prSet>
      <dgm:spPr/>
    </dgm:pt>
    <dgm:pt modelId="{76CCAB8E-EEA3-422B-9DF6-E8362163BD71}" type="pres">
      <dgm:prSet presAssocID="{7C21D898-B05B-4E61-93CC-1471309515C5}" presName="childText" presStyleLbl="revTx" presStyleIdx="1" presStyleCnt="3">
        <dgm:presLayoutVars>
          <dgm:bulletEnabled val="1"/>
        </dgm:presLayoutVars>
      </dgm:prSet>
      <dgm:spPr/>
    </dgm:pt>
    <dgm:pt modelId="{3D528C9E-6269-4759-8D62-998954294197}" type="pres">
      <dgm:prSet presAssocID="{38A5C3B1-3D96-4AC4-9769-33E098C2E303}" presName="parentText" presStyleLbl="node1" presStyleIdx="2" presStyleCnt="3">
        <dgm:presLayoutVars>
          <dgm:chMax val="0"/>
          <dgm:bulletEnabled val="1"/>
        </dgm:presLayoutVars>
      </dgm:prSet>
      <dgm:spPr/>
    </dgm:pt>
    <dgm:pt modelId="{0A177EAD-5FD3-4E76-BF8C-793AD1B9AD32}" type="pres">
      <dgm:prSet presAssocID="{38A5C3B1-3D96-4AC4-9769-33E098C2E303}" presName="childText" presStyleLbl="revTx" presStyleIdx="2" presStyleCnt="3">
        <dgm:presLayoutVars>
          <dgm:bulletEnabled val="1"/>
        </dgm:presLayoutVars>
      </dgm:prSet>
      <dgm:spPr/>
    </dgm:pt>
  </dgm:ptLst>
  <dgm:cxnLst>
    <dgm:cxn modelId="{FC303101-6E55-4798-B8B0-09353FDBA117}" srcId="{EA1FB465-C8F5-46EF-A4ED-1F6FA3910E8F}" destId="{B4988F34-204A-4132-B1D9-EDCAC45E1F53}" srcOrd="1" destOrd="0" parTransId="{AD333F15-0521-432A-9761-762E50534B76}" sibTransId="{4BE73F7D-BCC1-4EB5-9184-0A6022C2CE95}"/>
    <dgm:cxn modelId="{F43CA002-6F6B-4863-8267-399BC604A7B1}" srcId="{EA1FB465-C8F5-46EF-A4ED-1F6FA3910E8F}" destId="{3D3097D9-1ABF-445A-B663-606D31CDCC94}" srcOrd="0" destOrd="0" parTransId="{8FA3BF0F-9315-42C0-8710-78C5360D47D5}" sibTransId="{B4CA61CB-37AC-4416-86AF-E433628FF2CD}"/>
    <dgm:cxn modelId="{C3743223-ACA0-4895-AAA9-D5FD11C94BDC}" type="presOf" srcId="{3D3097D9-1ABF-445A-B663-606D31CDCC94}" destId="{8818F11D-0782-4A97-88E8-C5D529A53ECC}" srcOrd="0" destOrd="0" presId="urn:microsoft.com/office/officeart/2005/8/layout/vList2"/>
    <dgm:cxn modelId="{520A4762-E099-4D07-85F7-523C430FC1A6}" srcId="{38A5C3B1-3D96-4AC4-9769-33E098C2E303}" destId="{FC799682-1338-4F6D-B43C-681BD14E5372}" srcOrd="0" destOrd="0" parTransId="{8543A6D2-7A41-466E-8A23-682DB79DF2EE}" sibTransId="{FF0A523F-0F2C-420A-AB4C-240BD549CDCE}"/>
    <dgm:cxn modelId="{A691CA42-2BFD-48A8-AA9E-CD17D6BEB830}" type="presOf" srcId="{7C21D898-B05B-4E61-93CC-1471309515C5}" destId="{DECA9319-57E6-429D-90BD-6B3E8E403D0F}" srcOrd="0" destOrd="0" presId="urn:microsoft.com/office/officeart/2005/8/layout/vList2"/>
    <dgm:cxn modelId="{555EF86A-EF0A-40C7-990B-21B1A5381400}" srcId="{03EF60C8-4F1F-4E42-9925-D60325FFE93E}" destId="{EA1FB465-C8F5-46EF-A4ED-1F6FA3910E8F}" srcOrd="0" destOrd="0" parTransId="{6259986E-0778-4E4F-875D-F68FDE9B9E4C}" sibTransId="{4D6E9139-B71C-4FD6-8DE8-5B4B907BF889}"/>
    <dgm:cxn modelId="{B0C7CA6D-711C-4296-8024-770A1407B58C}" type="presOf" srcId="{235B392A-E0E7-40F7-8CF1-A337BEE5A00F}" destId="{76CCAB8E-EEA3-422B-9DF6-E8362163BD71}" srcOrd="0" destOrd="0" presId="urn:microsoft.com/office/officeart/2005/8/layout/vList2"/>
    <dgm:cxn modelId="{EE0D5054-F2DF-402D-A9E9-9F6ADDE05F3D}" type="presOf" srcId="{03EF60C8-4F1F-4E42-9925-D60325FFE93E}" destId="{2CEA0AA5-0E08-4291-9DB8-383623EBBC53}" srcOrd="0" destOrd="0" presId="urn:microsoft.com/office/officeart/2005/8/layout/vList2"/>
    <dgm:cxn modelId="{4456DD7F-2F47-43FD-95B1-4010D2F5F381}" type="presOf" srcId="{B4988F34-204A-4132-B1D9-EDCAC45E1F53}" destId="{8818F11D-0782-4A97-88E8-C5D529A53ECC}" srcOrd="0" destOrd="1" presId="urn:microsoft.com/office/officeart/2005/8/layout/vList2"/>
    <dgm:cxn modelId="{8F906694-F53E-446F-9335-337CF734FF2A}" srcId="{03EF60C8-4F1F-4E42-9925-D60325FFE93E}" destId="{7C21D898-B05B-4E61-93CC-1471309515C5}" srcOrd="1" destOrd="0" parTransId="{4BD242E9-C093-49E9-96B1-BB03EF68666A}" sibTransId="{CB25433D-BCC9-4DF8-A253-21A5C8E477CD}"/>
    <dgm:cxn modelId="{64743099-F399-4E3F-A43D-B379E4714F5A}" type="presOf" srcId="{38A5C3B1-3D96-4AC4-9769-33E098C2E303}" destId="{3D528C9E-6269-4759-8D62-998954294197}" srcOrd="0" destOrd="0" presId="urn:microsoft.com/office/officeart/2005/8/layout/vList2"/>
    <dgm:cxn modelId="{2AF448AC-B82B-450F-A02D-AA725512A8CA}" srcId="{03EF60C8-4F1F-4E42-9925-D60325FFE93E}" destId="{38A5C3B1-3D96-4AC4-9769-33E098C2E303}" srcOrd="2" destOrd="0" parTransId="{7A104D75-FDCD-4ACF-8D5E-26D7E02E0186}" sibTransId="{63DDBE79-53DB-43EE-81D4-79137100516C}"/>
    <dgm:cxn modelId="{4F51A0B5-2B8F-490F-8AD0-8D1CF0AACEDA}" srcId="{7C21D898-B05B-4E61-93CC-1471309515C5}" destId="{235B392A-E0E7-40F7-8CF1-A337BEE5A00F}" srcOrd="0" destOrd="0" parTransId="{240D76C4-50D8-4440-9E76-BC9736A3A898}" sibTransId="{C33A73D2-E39E-4157-8EED-71A214265798}"/>
    <dgm:cxn modelId="{CDE105BF-0FF1-4311-BEE3-E338BD81B1EE}" type="presOf" srcId="{FC799682-1338-4F6D-B43C-681BD14E5372}" destId="{0A177EAD-5FD3-4E76-BF8C-793AD1B9AD32}" srcOrd="0" destOrd="0" presId="urn:microsoft.com/office/officeart/2005/8/layout/vList2"/>
    <dgm:cxn modelId="{900DEEE1-67EA-485C-A2CF-91E2253A45F6}" type="presOf" srcId="{EA1FB465-C8F5-46EF-A4ED-1F6FA3910E8F}" destId="{E4D2FAE3-32EA-4440-B363-767E28A94C8F}" srcOrd="0" destOrd="0" presId="urn:microsoft.com/office/officeart/2005/8/layout/vList2"/>
    <dgm:cxn modelId="{819F2877-02FA-4523-96B0-324EE2AFED5F}" type="presParOf" srcId="{2CEA0AA5-0E08-4291-9DB8-383623EBBC53}" destId="{E4D2FAE3-32EA-4440-B363-767E28A94C8F}" srcOrd="0" destOrd="0" presId="urn:microsoft.com/office/officeart/2005/8/layout/vList2"/>
    <dgm:cxn modelId="{0361B6B1-A7E3-4256-9C23-20726F9BDD99}" type="presParOf" srcId="{2CEA0AA5-0E08-4291-9DB8-383623EBBC53}" destId="{8818F11D-0782-4A97-88E8-C5D529A53ECC}" srcOrd="1" destOrd="0" presId="urn:microsoft.com/office/officeart/2005/8/layout/vList2"/>
    <dgm:cxn modelId="{95C887BF-E16D-4037-A4CB-544BF6C0FAAB}" type="presParOf" srcId="{2CEA0AA5-0E08-4291-9DB8-383623EBBC53}" destId="{DECA9319-57E6-429D-90BD-6B3E8E403D0F}" srcOrd="2" destOrd="0" presId="urn:microsoft.com/office/officeart/2005/8/layout/vList2"/>
    <dgm:cxn modelId="{2E87CF05-210E-42F5-B96C-87AE34BF27E8}" type="presParOf" srcId="{2CEA0AA5-0E08-4291-9DB8-383623EBBC53}" destId="{76CCAB8E-EEA3-422B-9DF6-E8362163BD71}" srcOrd="3" destOrd="0" presId="urn:microsoft.com/office/officeart/2005/8/layout/vList2"/>
    <dgm:cxn modelId="{9082B1B6-329A-414D-B65E-1340D01C3F42}" type="presParOf" srcId="{2CEA0AA5-0E08-4291-9DB8-383623EBBC53}" destId="{3D528C9E-6269-4759-8D62-998954294197}" srcOrd="4" destOrd="0" presId="urn:microsoft.com/office/officeart/2005/8/layout/vList2"/>
    <dgm:cxn modelId="{35DA1888-90B0-4041-8215-B4DF24946546}" type="presParOf" srcId="{2CEA0AA5-0E08-4291-9DB8-383623EBBC53}" destId="{0A177EAD-5FD3-4E76-BF8C-793AD1B9AD32}" srcOrd="5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46D2F7B4-1DF7-426D-983B-3715B50335E7}" type="doc">
      <dgm:prSet loTypeId="urn:microsoft.com/office/officeart/2005/8/layout/vList2" loCatId="list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7AB3D083-60C6-4FCD-A07E-8DE7649B464E}">
      <dgm:prSet/>
      <dgm:spPr/>
      <dgm:t>
        <a:bodyPr/>
        <a:lstStyle/>
        <a:p>
          <a:r>
            <a:rPr lang="de-AT" b="0" i="0"/>
            <a:t>triangle.test.ts</a:t>
          </a:r>
          <a:endParaRPr lang="en-US"/>
        </a:p>
      </dgm:t>
    </dgm:pt>
    <dgm:pt modelId="{1C1A790F-1059-4D30-A27C-7DACFAEA39A3}" type="parTrans" cxnId="{EF69F1D9-6648-4E69-8AD6-46265F319BFA}">
      <dgm:prSet/>
      <dgm:spPr/>
      <dgm:t>
        <a:bodyPr/>
        <a:lstStyle/>
        <a:p>
          <a:endParaRPr lang="en-US"/>
        </a:p>
      </dgm:t>
    </dgm:pt>
    <dgm:pt modelId="{BA40044A-BDCA-4378-80EF-19F76C283848}" type="sibTrans" cxnId="{EF69F1D9-6648-4E69-8AD6-46265F319BFA}">
      <dgm:prSet/>
      <dgm:spPr/>
      <dgm:t>
        <a:bodyPr/>
        <a:lstStyle/>
        <a:p>
          <a:endParaRPr lang="en-US"/>
        </a:p>
      </dgm:t>
    </dgm:pt>
    <dgm:pt modelId="{457BD8DB-6198-4939-998C-02963D28429E}">
      <dgm:prSet/>
      <dgm:spPr/>
      <dgm:t>
        <a:bodyPr/>
        <a:lstStyle/>
        <a:p>
          <a:r>
            <a:rPr lang="de-AT" b="0" i="0"/>
            <a:t>Punkt innerhalb Dreieck</a:t>
          </a:r>
          <a:endParaRPr lang="en-US"/>
        </a:p>
      </dgm:t>
    </dgm:pt>
    <dgm:pt modelId="{DCAE0D67-A420-4DBF-9E43-FEFBF2C30128}" type="parTrans" cxnId="{568C7154-B000-420A-86D4-EF22F6E8435A}">
      <dgm:prSet/>
      <dgm:spPr/>
      <dgm:t>
        <a:bodyPr/>
        <a:lstStyle/>
        <a:p>
          <a:endParaRPr lang="en-US"/>
        </a:p>
      </dgm:t>
    </dgm:pt>
    <dgm:pt modelId="{D14AD4B9-1E0F-4418-BDA2-84ACDDA6B2DA}" type="sibTrans" cxnId="{568C7154-B000-420A-86D4-EF22F6E8435A}">
      <dgm:prSet/>
      <dgm:spPr/>
      <dgm:t>
        <a:bodyPr/>
        <a:lstStyle/>
        <a:p>
          <a:endParaRPr lang="en-US"/>
        </a:p>
      </dgm:t>
    </dgm:pt>
    <dgm:pt modelId="{EE1A8A1A-68D6-4782-8B14-0F5BB2B02BA4}">
      <dgm:prSet/>
      <dgm:spPr/>
      <dgm:t>
        <a:bodyPr/>
        <a:lstStyle/>
        <a:p>
          <a:r>
            <a:rPr lang="de-AT" b="0" i="0"/>
            <a:t>Punkt außerhalb</a:t>
          </a:r>
          <a:endParaRPr lang="en-US"/>
        </a:p>
      </dgm:t>
    </dgm:pt>
    <dgm:pt modelId="{844C040F-0D87-4548-B988-C5A72CD4F29E}" type="parTrans" cxnId="{36ED174D-4BC9-40A6-A625-194156592BD1}">
      <dgm:prSet/>
      <dgm:spPr/>
      <dgm:t>
        <a:bodyPr/>
        <a:lstStyle/>
        <a:p>
          <a:endParaRPr lang="en-US"/>
        </a:p>
      </dgm:t>
    </dgm:pt>
    <dgm:pt modelId="{0D5A5D72-5916-450C-91BA-0B818BD8FB8F}" type="sibTrans" cxnId="{36ED174D-4BC9-40A6-A625-194156592BD1}">
      <dgm:prSet/>
      <dgm:spPr/>
      <dgm:t>
        <a:bodyPr/>
        <a:lstStyle/>
        <a:p>
          <a:endParaRPr lang="en-US"/>
        </a:p>
      </dgm:t>
    </dgm:pt>
    <dgm:pt modelId="{AB9F859E-F637-47D0-B9AB-D4664447A8A0}">
      <dgm:prSet/>
      <dgm:spPr/>
      <dgm:t>
        <a:bodyPr/>
        <a:lstStyle/>
        <a:p>
          <a:r>
            <a:rPr lang="de-AT" b="0" i="0"/>
            <a:t>Punkt auf Kante</a:t>
          </a:r>
          <a:endParaRPr lang="en-US"/>
        </a:p>
      </dgm:t>
    </dgm:pt>
    <dgm:pt modelId="{EB540F09-D5AE-450F-9B72-DC128345470B}" type="parTrans" cxnId="{372C104E-3284-4952-9FC4-10C98223572E}">
      <dgm:prSet/>
      <dgm:spPr/>
      <dgm:t>
        <a:bodyPr/>
        <a:lstStyle/>
        <a:p>
          <a:endParaRPr lang="en-US"/>
        </a:p>
      </dgm:t>
    </dgm:pt>
    <dgm:pt modelId="{38AB38D9-D2D3-4D3C-A106-105683079D3F}" type="sibTrans" cxnId="{372C104E-3284-4952-9FC4-10C98223572E}">
      <dgm:prSet/>
      <dgm:spPr/>
      <dgm:t>
        <a:bodyPr/>
        <a:lstStyle/>
        <a:p>
          <a:endParaRPr lang="en-US"/>
        </a:p>
      </dgm:t>
    </dgm:pt>
    <dgm:pt modelId="{F69CD9C2-1DBA-4007-987F-024C16BD196A}">
      <dgm:prSet/>
      <dgm:spPr/>
      <dgm:t>
        <a:bodyPr/>
        <a:lstStyle/>
        <a:p>
          <a:r>
            <a:rPr lang="de-AT" b="0" i="0"/>
            <a:t>Punkt auf Eckpunkt</a:t>
          </a:r>
          <a:endParaRPr lang="en-US"/>
        </a:p>
      </dgm:t>
    </dgm:pt>
    <dgm:pt modelId="{CE5B6C20-E3DE-4414-8F63-C805F12700C3}" type="parTrans" cxnId="{373D780E-F0DB-40F1-8E05-C972F6A0E6CE}">
      <dgm:prSet/>
      <dgm:spPr/>
      <dgm:t>
        <a:bodyPr/>
        <a:lstStyle/>
        <a:p>
          <a:endParaRPr lang="en-US"/>
        </a:p>
      </dgm:t>
    </dgm:pt>
    <dgm:pt modelId="{C553C0D5-6E6F-4C86-8818-606258F7955F}" type="sibTrans" cxnId="{373D780E-F0DB-40F1-8E05-C972F6A0E6CE}">
      <dgm:prSet/>
      <dgm:spPr/>
      <dgm:t>
        <a:bodyPr/>
        <a:lstStyle/>
        <a:p>
          <a:endParaRPr lang="en-US"/>
        </a:p>
      </dgm:t>
    </dgm:pt>
    <dgm:pt modelId="{8CB90C55-C19B-4467-AB95-E519E3146E46}">
      <dgm:prSet/>
      <dgm:spPr/>
      <dgm:t>
        <a:bodyPr/>
        <a:lstStyle/>
        <a:p>
          <a:r>
            <a:rPr lang="de-AT" b="0" i="0"/>
            <a:t>Negative Koordinaten</a:t>
          </a:r>
          <a:endParaRPr lang="en-US"/>
        </a:p>
      </dgm:t>
    </dgm:pt>
    <dgm:pt modelId="{695FA9FE-0953-424B-9F08-A0753287CC70}" type="parTrans" cxnId="{0F7FE235-3C70-4412-9E36-C44F3A7755A1}">
      <dgm:prSet/>
      <dgm:spPr/>
      <dgm:t>
        <a:bodyPr/>
        <a:lstStyle/>
        <a:p>
          <a:endParaRPr lang="en-US"/>
        </a:p>
      </dgm:t>
    </dgm:pt>
    <dgm:pt modelId="{FFC6D1B2-3BBA-4C55-9D80-A2FA85BB2A59}" type="sibTrans" cxnId="{0F7FE235-3C70-4412-9E36-C44F3A7755A1}">
      <dgm:prSet/>
      <dgm:spPr/>
      <dgm:t>
        <a:bodyPr/>
        <a:lstStyle/>
        <a:p>
          <a:endParaRPr lang="en-US"/>
        </a:p>
      </dgm:t>
    </dgm:pt>
    <dgm:pt modelId="{27A3231A-AEE3-4510-A906-F18E26F70109}">
      <dgm:prSet/>
      <dgm:spPr/>
      <dgm:t>
        <a:bodyPr/>
        <a:lstStyle/>
        <a:p>
          <a:r>
            <a:rPr lang="de-AT" b="0" i="0"/>
            <a:t>polygon.test.ts</a:t>
          </a:r>
          <a:endParaRPr lang="en-US"/>
        </a:p>
      </dgm:t>
    </dgm:pt>
    <dgm:pt modelId="{3780C701-8BDB-4385-A5D7-9A3179B96671}" type="parTrans" cxnId="{C3F3B782-14AC-41DC-91B7-4ECE7AD485FF}">
      <dgm:prSet/>
      <dgm:spPr/>
      <dgm:t>
        <a:bodyPr/>
        <a:lstStyle/>
        <a:p>
          <a:endParaRPr lang="en-US"/>
        </a:p>
      </dgm:t>
    </dgm:pt>
    <dgm:pt modelId="{29CE4410-1374-41A7-AE11-9196A10FD131}" type="sibTrans" cxnId="{C3F3B782-14AC-41DC-91B7-4ECE7AD485FF}">
      <dgm:prSet/>
      <dgm:spPr/>
      <dgm:t>
        <a:bodyPr/>
        <a:lstStyle/>
        <a:p>
          <a:endParaRPr lang="en-US"/>
        </a:p>
      </dgm:t>
    </dgm:pt>
    <dgm:pt modelId="{5BFC98F5-D423-45AB-B036-166FC971ECAD}">
      <dgm:prSet/>
      <dgm:spPr/>
      <dgm:t>
        <a:bodyPr/>
        <a:lstStyle/>
        <a:p>
          <a:r>
            <a:rPr lang="de-AT" b="0" i="0"/>
            <a:t>Polygon schließen</a:t>
          </a:r>
          <a:endParaRPr lang="en-US"/>
        </a:p>
      </dgm:t>
    </dgm:pt>
    <dgm:pt modelId="{42CC33CE-1073-48FC-81A2-48B163C25E07}" type="parTrans" cxnId="{01B5989F-2AB0-4E15-8188-91D81E913382}">
      <dgm:prSet/>
      <dgm:spPr/>
      <dgm:t>
        <a:bodyPr/>
        <a:lstStyle/>
        <a:p>
          <a:endParaRPr lang="en-US"/>
        </a:p>
      </dgm:t>
    </dgm:pt>
    <dgm:pt modelId="{A523E611-25D6-4CC3-8BC5-DC79A646C5CB}" type="sibTrans" cxnId="{01B5989F-2AB0-4E15-8188-91D81E913382}">
      <dgm:prSet/>
      <dgm:spPr/>
      <dgm:t>
        <a:bodyPr/>
        <a:lstStyle/>
        <a:p>
          <a:endParaRPr lang="en-US"/>
        </a:p>
      </dgm:t>
    </dgm:pt>
    <dgm:pt modelId="{88D6A47C-538E-4A7C-9A31-0F4257C2327B}">
      <dgm:prSet/>
      <dgm:spPr/>
      <dgm:t>
        <a:bodyPr/>
        <a:lstStyle/>
        <a:p>
          <a:r>
            <a:rPr lang="de-AT" b="0" i="0"/>
            <a:t>Innen-/Außenerkennung</a:t>
          </a:r>
          <a:endParaRPr lang="en-US"/>
        </a:p>
      </dgm:t>
    </dgm:pt>
    <dgm:pt modelId="{DF431F0A-73ED-406A-8503-983C5326A68B}" type="parTrans" cxnId="{74F98405-2408-41EE-84E7-4A99FC2F901E}">
      <dgm:prSet/>
      <dgm:spPr/>
      <dgm:t>
        <a:bodyPr/>
        <a:lstStyle/>
        <a:p>
          <a:endParaRPr lang="en-US"/>
        </a:p>
      </dgm:t>
    </dgm:pt>
    <dgm:pt modelId="{CBEB360F-4A8C-4848-A288-7843C583371F}" type="sibTrans" cxnId="{74F98405-2408-41EE-84E7-4A99FC2F901E}">
      <dgm:prSet/>
      <dgm:spPr/>
      <dgm:t>
        <a:bodyPr/>
        <a:lstStyle/>
        <a:p>
          <a:endParaRPr lang="en-US"/>
        </a:p>
      </dgm:t>
    </dgm:pt>
    <dgm:pt modelId="{C1C17727-FCCC-4128-9E3C-5C59516258B5}">
      <dgm:prSet/>
      <dgm:spPr/>
      <dgm:t>
        <a:bodyPr/>
        <a:lstStyle/>
        <a:p>
          <a:r>
            <a:rPr lang="de-AT" b="0" i="0"/>
            <a:t>Randpunkte</a:t>
          </a:r>
          <a:endParaRPr lang="en-US"/>
        </a:p>
      </dgm:t>
    </dgm:pt>
    <dgm:pt modelId="{08A08106-C383-40B6-ABCB-E7376C21422D}" type="parTrans" cxnId="{3AE32136-F6C6-46AC-990B-56ED2860298A}">
      <dgm:prSet/>
      <dgm:spPr/>
      <dgm:t>
        <a:bodyPr/>
        <a:lstStyle/>
        <a:p>
          <a:endParaRPr lang="en-US"/>
        </a:p>
      </dgm:t>
    </dgm:pt>
    <dgm:pt modelId="{10DE3495-A2DE-461D-BCCE-67029BA15112}" type="sibTrans" cxnId="{3AE32136-F6C6-46AC-990B-56ED2860298A}">
      <dgm:prSet/>
      <dgm:spPr/>
      <dgm:t>
        <a:bodyPr/>
        <a:lstStyle/>
        <a:p>
          <a:endParaRPr lang="en-US"/>
        </a:p>
      </dgm:t>
    </dgm:pt>
    <dgm:pt modelId="{C39109C2-08E4-404D-A447-7119B800EB7C}">
      <dgm:prSet/>
      <dgm:spPr/>
      <dgm:t>
        <a:bodyPr/>
        <a:lstStyle/>
        <a:p>
          <a:r>
            <a:rPr lang="de-AT" b="0" i="0"/>
            <a:t>Winding Algorithmus</a:t>
          </a:r>
          <a:endParaRPr lang="en-US"/>
        </a:p>
      </dgm:t>
    </dgm:pt>
    <dgm:pt modelId="{7926A709-B033-477B-B30F-0B0E391B8D0A}" type="parTrans" cxnId="{F1856B17-5B9A-40D1-A010-242E9C2BF7C2}">
      <dgm:prSet/>
      <dgm:spPr/>
      <dgm:t>
        <a:bodyPr/>
        <a:lstStyle/>
        <a:p>
          <a:endParaRPr lang="en-US"/>
        </a:p>
      </dgm:t>
    </dgm:pt>
    <dgm:pt modelId="{C8963ADF-D5EC-43DD-80D4-465AA7BB26AB}" type="sibTrans" cxnId="{F1856B17-5B9A-40D1-A010-242E9C2BF7C2}">
      <dgm:prSet/>
      <dgm:spPr/>
      <dgm:t>
        <a:bodyPr/>
        <a:lstStyle/>
        <a:p>
          <a:endParaRPr lang="en-US"/>
        </a:p>
      </dgm:t>
    </dgm:pt>
    <dgm:pt modelId="{8325929F-B4EB-4B1D-940F-B71A476CE270}" type="pres">
      <dgm:prSet presAssocID="{46D2F7B4-1DF7-426D-983B-3715B50335E7}" presName="linear" presStyleCnt="0">
        <dgm:presLayoutVars>
          <dgm:animLvl val="lvl"/>
          <dgm:resizeHandles val="exact"/>
        </dgm:presLayoutVars>
      </dgm:prSet>
      <dgm:spPr/>
    </dgm:pt>
    <dgm:pt modelId="{2E25802B-E4B5-494B-87A0-4687D014A21A}" type="pres">
      <dgm:prSet presAssocID="{7AB3D083-60C6-4FCD-A07E-8DE7649B464E}" presName="parentText" presStyleLbl="node1" presStyleIdx="0" presStyleCnt="2">
        <dgm:presLayoutVars>
          <dgm:chMax val="0"/>
          <dgm:bulletEnabled val="1"/>
        </dgm:presLayoutVars>
      </dgm:prSet>
      <dgm:spPr/>
    </dgm:pt>
    <dgm:pt modelId="{809CD621-E005-44A2-9F37-84BDC5A11CCB}" type="pres">
      <dgm:prSet presAssocID="{7AB3D083-60C6-4FCD-A07E-8DE7649B464E}" presName="childText" presStyleLbl="revTx" presStyleIdx="0" presStyleCnt="2">
        <dgm:presLayoutVars>
          <dgm:bulletEnabled val="1"/>
        </dgm:presLayoutVars>
      </dgm:prSet>
      <dgm:spPr/>
    </dgm:pt>
    <dgm:pt modelId="{0D72E330-FAAE-44CD-8BE2-60BE227B2CD0}" type="pres">
      <dgm:prSet presAssocID="{27A3231A-AEE3-4510-A906-F18E26F70109}" presName="parentText" presStyleLbl="node1" presStyleIdx="1" presStyleCnt="2">
        <dgm:presLayoutVars>
          <dgm:chMax val="0"/>
          <dgm:bulletEnabled val="1"/>
        </dgm:presLayoutVars>
      </dgm:prSet>
      <dgm:spPr/>
    </dgm:pt>
    <dgm:pt modelId="{9801FDA6-6044-4B93-B4C5-DC7988F7AF8D}" type="pres">
      <dgm:prSet presAssocID="{27A3231A-AEE3-4510-A906-F18E26F70109}" presName="childText" presStyleLbl="revTx" presStyleIdx="1" presStyleCnt="2">
        <dgm:presLayoutVars>
          <dgm:bulletEnabled val="1"/>
        </dgm:presLayoutVars>
      </dgm:prSet>
      <dgm:spPr/>
    </dgm:pt>
  </dgm:ptLst>
  <dgm:cxnLst>
    <dgm:cxn modelId="{74F98405-2408-41EE-84E7-4A99FC2F901E}" srcId="{27A3231A-AEE3-4510-A906-F18E26F70109}" destId="{88D6A47C-538E-4A7C-9A31-0F4257C2327B}" srcOrd="1" destOrd="0" parTransId="{DF431F0A-73ED-406A-8503-983C5326A68B}" sibTransId="{CBEB360F-4A8C-4848-A288-7843C583371F}"/>
    <dgm:cxn modelId="{373D780E-F0DB-40F1-8E05-C972F6A0E6CE}" srcId="{7AB3D083-60C6-4FCD-A07E-8DE7649B464E}" destId="{F69CD9C2-1DBA-4007-987F-024C16BD196A}" srcOrd="3" destOrd="0" parTransId="{CE5B6C20-E3DE-4414-8F63-C805F12700C3}" sibTransId="{C553C0D5-6E6F-4C86-8818-606258F7955F}"/>
    <dgm:cxn modelId="{231CEA14-7E2B-432F-8538-054DDECAB877}" type="presOf" srcId="{8CB90C55-C19B-4467-AB95-E519E3146E46}" destId="{809CD621-E005-44A2-9F37-84BDC5A11CCB}" srcOrd="0" destOrd="4" presId="urn:microsoft.com/office/officeart/2005/8/layout/vList2"/>
    <dgm:cxn modelId="{F1856B17-5B9A-40D1-A010-242E9C2BF7C2}" srcId="{27A3231A-AEE3-4510-A906-F18E26F70109}" destId="{C39109C2-08E4-404D-A447-7119B800EB7C}" srcOrd="3" destOrd="0" parTransId="{7926A709-B033-477B-B30F-0B0E391B8D0A}" sibTransId="{C8963ADF-D5EC-43DD-80D4-465AA7BB26AB}"/>
    <dgm:cxn modelId="{6686D127-71FD-4A3B-A043-02D8C0A3BBD3}" type="presOf" srcId="{27A3231A-AEE3-4510-A906-F18E26F70109}" destId="{0D72E330-FAAE-44CD-8BE2-60BE227B2CD0}" srcOrd="0" destOrd="0" presId="urn:microsoft.com/office/officeart/2005/8/layout/vList2"/>
    <dgm:cxn modelId="{D4B6C92A-F3D4-4B7A-B597-223B5AC24762}" type="presOf" srcId="{457BD8DB-6198-4939-998C-02963D28429E}" destId="{809CD621-E005-44A2-9F37-84BDC5A11CCB}" srcOrd="0" destOrd="0" presId="urn:microsoft.com/office/officeart/2005/8/layout/vList2"/>
    <dgm:cxn modelId="{0F7FE235-3C70-4412-9E36-C44F3A7755A1}" srcId="{7AB3D083-60C6-4FCD-A07E-8DE7649B464E}" destId="{8CB90C55-C19B-4467-AB95-E519E3146E46}" srcOrd="4" destOrd="0" parTransId="{695FA9FE-0953-424B-9F08-A0753287CC70}" sibTransId="{FFC6D1B2-3BBA-4C55-9D80-A2FA85BB2A59}"/>
    <dgm:cxn modelId="{3AE32136-F6C6-46AC-990B-56ED2860298A}" srcId="{27A3231A-AEE3-4510-A906-F18E26F70109}" destId="{C1C17727-FCCC-4128-9E3C-5C59516258B5}" srcOrd="2" destOrd="0" parTransId="{08A08106-C383-40B6-ABCB-E7376C21422D}" sibTransId="{10DE3495-A2DE-461D-BCCE-67029BA15112}"/>
    <dgm:cxn modelId="{36ED174D-4BC9-40A6-A625-194156592BD1}" srcId="{7AB3D083-60C6-4FCD-A07E-8DE7649B464E}" destId="{EE1A8A1A-68D6-4782-8B14-0F5BB2B02BA4}" srcOrd="1" destOrd="0" parTransId="{844C040F-0D87-4548-B988-C5A72CD4F29E}" sibTransId="{0D5A5D72-5916-450C-91BA-0B818BD8FB8F}"/>
    <dgm:cxn modelId="{372C104E-3284-4952-9FC4-10C98223572E}" srcId="{7AB3D083-60C6-4FCD-A07E-8DE7649B464E}" destId="{AB9F859E-F637-47D0-B9AB-D4664447A8A0}" srcOrd="2" destOrd="0" parTransId="{EB540F09-D5AE-450F-9B72-DC128345470B}" sibTransId="{38AB38D9-D2D3-4D3C-A106-105683079D3F}"/>
    <dgm:cxn modelId="{0F7E5C52-55C4-43EE-9C04-C22658ED40A2}" type="presOf" srcId="{AB9F859E-F637-47D0-B9AB-D4664447A8A0}" destId="{809CD621-E005-44A2-9F37-84BDC5A11CCB}" srcOrd="0" destOrd="2" presId="urn:microsoft.com/office/officeart/2005/8/layout/vList2"/>
    <dgm:cxn modelId="{15950D54-435B-45EF-AEBB-4D7D7AA1F694}" type="presOf" srcId="{46D2F7B4-1DF7-426D-983B-3715B50335E7}" destId="{8325929F-B4EB-4B1D-940F-B71A476CE270}" srcOrd="0" destOrd="0" presId="urn:microsoft.com/office/officeart/2005/8/layout/vList2"/>
    <dgm:cxn modelId="{568C7154-B000-420A-86D4-EF22F6E8435A}" srcId="{7AB3D083-60C6-4FCD-A07E-8DE7649B464E}" destId="{457BD8DB-6198-4939-998C-02963D28429E}" srcOrd="0" destOrd="0" parTransId="{DCAE0D67-A420-4DBF-9E43-FEFBF2C30128}" sibTransId="{D14AD4B9-1E0F-4418-BDA2-84ACDDA6B2DA}"/>
    <dgm:cxn modelId="{DDF55274-F4F7-4089-BD35-B423DE7BD540}" type="presOf" srcId="{C39109C2-08E4-404D-A447-7119B800EB7C}" destId="{9801FDA6-6044-4B93-B4C5-DC7988F7AF8D}" srcOrd="0" destOrd="3" presId="urn:microsoft.com/office/officeart/2005/8/layout/vList2"/>
    <dgm:cxn modelId="{C3F3B782-14AC-41DC-91B7-4ECE7AD485FF}" srcId="{46D2F7B4-1DF7-426D-983B-3715B50335E7}" destId="{27A3231A-AEE3-4510-A906-F18E26F70109}" srcOrd="1" destOrd="0" parTransId="{3780C701-8BDB-4385-A5D7-9A3179B96671}" sibTransId="{29CE4410-1374-41A7-AE11-9196A10FD131}"/>
    <dgm:cxn modelId="{01B5989F-2AB0-4E15-8188-91D81E913382}" srcId="{27A3231A-AEE3-4510-A906-F18E26F70109}" destId="{5BFC98F5-D423-45AB-B036-166FC971ECAD}" srcOrd="0" destOrd="0" parTransId="{42CC33CE-1073-48FC-81A2-48B163C25E07}" sibTransId="{A523E611-25D6-4CC3-8BC5-DC79A646C5CB}"/>
    <dgm:cxn modelId="{97E3D5A0-75C3-4DB7-8A14-8ABAF4122D15}" type="presOf" srcId="{F69CD9C2-1DBA-4007-987F-024C16BD196A}" destId="{809CD621-E005-44A2-9F37-84BDC5A11CCB}" srcOrd="0" destOrd="3" presId="urn:microsoft.com/office/officeart/2005/8/layout/vList2"/>
    <dgm:cxn modelId="{FE2422B1-E12E-4DC2-AB24-F75AD0AAEB9B}" type="presOf" srcId="{C1C17727-FCCC-4128-9E3C-5C59516258B5}" destId="{9801FDA6-6044-4B93-B4C5-DC7988F7AF8D}" srcOrd="0" destOrd="2" presId="urn:microsoft.com/office/officeart/2005/8/layout/vList2"/>
    <dgm:cxn modelId="{39AFF4C4-01C8-48C7-94E3-5605C7355935}" type="presOf" srcId="{5BFC98F5-D423-45AB-B036-166FC971ECAD}" destId="{9801FDA6-6044-4B93-B4C5-DC7988F7AF8D}" srcOrd="0" destOrd="0" presId="urn:microsoft.com/office/officeart/2005/8/layout/vList2"/>
    <dgm:cxn modelId="{EF69F1D9-6648-4E69-8AD6-46265F319BFA}" srcId="{46D2F7B4-1DF7-426D-983B-3715B50335E7}" destId="{7AB3D083-60C6-4FCD-A07E-8DE7649B464E}" srcOrd="0" destOrd="0" parTransId="{1C1A790F-1059-4D30-A27C-7DACFAEA39A3}" sibTransId="{BA40044A-BDCA-4378-80EF-19F76C283848}"/>
    <dgm:cxn modelId="{85D962DF-5889-4265-8277-8C2AAB325424}" type="presOf" srcId="{EE1A8A1A-68D6-4782-8B14-0F5BB2B02BA4}" destId="{809CD621-E005-44A2-9F37-84BDC5A11CCB}" srcOrd="0" destOrd="1" presId="urn:microsoft.com/office/officeart/2005/8/layout/vList2"/>
    <dgm:cxn modelId="{FB904AFB-1288-4BAF-AF6D-9AA3B21F3CD8}" type="presOf" srcId="{7AB3D083-60C6-4FCD-A07E-8DE7649B464E}" destId="{2E25802B-E4B5-494B-87A0-4687D014A21A}" srcOrd="0" destOrd="0" presId="urn:microsoft.com/office/officeart/2005/8/layout/vList2"/>
    <dgm:cxn modelId="{5E7693FE-3A1A-4409-BE55-FEB32B06AE58}" type="presOf" srcId="{88D6A47C-538E-4A7C-9A31-0F4257C2327B}" destId="{9801FDA6-6044-4B93-B4C5-DC7988F7AF8D}" srcOrd="0" destOrd="1" presId="urn:microsoft.com/office/officeart/2005/8/layout/vList2"/>
    <dgm:cxn modelId="{E8308ED6-EEDD-4021-847C-B7E85A6D3397}" type="presParOf" srcId="{8325929F-B4EB-4B1D-940F-B71A476CE270}" destId="{2E25802B-E4B5-494B-87A0-4687D014A21A}" srcOrd="0" destOrd="0" presId="urn:microsoft.com/office/officeart/2005/8/layout/vList2"/>
    <dgm:cxn modelId="{1CC420A0-139F-44C9-BC5A-E46586A30AC7}" type="presParOf" srcId="{8325929F-B4EB-4B1D-940F-B71A476CE270}" destId="{809CD621-E005-44A2-9F37-84BDC5A11CCB}" srcOrd="1" destOrd="0" presId="urn:microsoft.com/office/officeart/2005/8/layout/vList2"/>
    <dgm:cxn modelId="{97C5F192-40AE-4811-9E26-E2FB7E0240B7}" type="presParOf" srcId="{8325929F-B4EB-4B1D-940F-B71A476CE270}" destId="{0D72E330-FAAE-44CD-8BE2-60BE227B2CD0}" srcOrd="2" destOrd="0" presId="urn:microsoft.com/office/officeart/2005/8/layout/vList2"/>
    <dgm:cxn modelId="{148BA59F-21BB-4337-8931-54842A0B5732}" type="presParOf" srcId="{8325929F-B4EB-4B1D-940F-B71A476CE270}" destId="{9801FDA6-6044-4B93-B4C5-DC7988F7AF8D}" srcOrd="3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2DB0936B-82D7-49A7-A84D-5DE2BE14DE19}" type="doc">
      <dgm:prSet loTypeId="urn:microsoft.com/office/officeart/2005/8/layout/vList2" loCatId="list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17045CBF-529E-470E-915A-B3FB0F7AE2B5}">
      <dgm:prSet/>
      <dgm:spPr/>
      <dgm:t>
        <a:bodyPr/>
        <a:lstStyle/>
        <a:p>
          <a:r>
            <a:rPr lang="de-DE" b="0" i="0"/>
            <a:t>Rechteck zeichnen</a:t>
          </a:r>
          <a:endParaRPr lang="en-US"/>
        </a:p>
      </dgm:t>
    </dgm:pt>
    <dgm:pt modelId="{4A7A848B-3B43-4574-BFEA-FF9DE7A4F217}" type="parTrans" cxnId="{6A6FBC21-64BE-4178-A960-6979A361D971}">
      <dgm:prSet/>
      <dgm:spPr/>
      <dgm:t>
        <a:bodyPr/>
        <a:lstStyle/>
        <a:p>
          <a:endParaRPr lang="en-US"/>
        </a:p>
      </dgm:t>
    </dgm:pt>
    <dgm:pt modelId="{3DC8A6B2-4AF8-4194-A18D-37AE178BDE1A}" type="sibTrans" cxnId="{6A6FBC21-64BE-4178-A960-6979A361D971}">
      <dgm:prSet/>
      <dgm:spPr/>
      <dgm:t>
        <a:bodyPr/>
        <a:lstStyle/>
        <a:p>
          <a:endParaRPr lang="en-US"/>
        </a:p>
      </dgm:t>
    </dgm:pt>
    <dgm:pt modelId="{DF01FDF3-5DBC-4FC7-9D61-D2F5BA85D7E3}">
      <dgm:prSet/>
      <dgm:spPr/>
      <dgm:t>
        <a:bodyPr/>
        <a:lstStyle/>
        <a:p>
          <a:r>
            <a:rPr lang="de-DE" b="0" i="0"/>
            <a:t>Hintergrundfarbe ändern</a:t>
          </a:r>
          <a:endParaRPr lang="en-US"/>
        </a:p>
      </dgm:t>
    </dgm:pt>
    <dgm:pt modelId="{2A9E000D-52CE-4526-B6D4-458B81B0E849}" type="parTrans" cxnId="{1E48E6B6-5699-4C95-A748-938C87B1267C}">
      <dgm:prSet/>
      <dgm:spPr/>
      <dgm:t>
        <a:bodyPr/>
        <a:lstStyle/>
        <a:p>
          <a:endParaRPr lang="en-US"/>
        </a:p>
      </dgm:t>
    </dgm:pt>
    <dgm:pt modelId="{AD6DEBEC-77AB-49E7-992A-CE32E5BC7331}" type="sibTrans" cxnId="{1E48E6B6-5699-4C95-A748-938C87B1267C}">
      <dgm:prSet/>
      <dgm:spPr/>
      <dgm:t>
        <a:bodyPr/>
        <a:lstStyle/>
        <a:p>
          <a:endParaRPr lang="en-US"/>
        </a:p>
      </dgm:t>
    </dgm:pt>
    <dgm:pt modelId="{0F511216-E9A8-4E91-9974-9056B719C7F0}">
      <dgm:prSet/>
      <dgm:spPr/>
      <dgm:t>
        <a:bodyPr/>
        <a:lstStyle/>
        <a:p>
          <a:r>
            <a:rPr lang="de-DE" b="0" i="0"/>
            <a:t>Linienfarbe ändern</a:t>
          </a:r>
          <a:endParaRPr lang="en-US"/>
        </a:p>
      </dgm:t>
    </dgm:pt>
    <dgm:pt modelId="{AEBB5E53-6BCD-4263-B0E7-712BD4A1EB0A}" type="parTrans" cxnId="{41D444BF-62E4-482F-94BC-C8B7BE6CD553}">
      <dgm:prSet/>
      <dgm:spPr/>
      <dgm:t>
        <a:bodyPr/>
        <a:lstStyle/>
        <a:p>
          <a:endParaRPr lang="en-US"/>
        </a:p>
      </dgm:t>
    </dgm:pt>
    <dgm:pt modelId="{C0094E01-DE27-4EC0-8A68-2D5F992A38BD}" type="sibTrans" cxnId="{41D444BF-62E4-482F-94BC-C8B7BE6CD553}">
      <dgm:prSet/>
      <dgm:spPr/>
      <dgm:t>
        <a:bodyPr/>
        <a:lstStyle/>
        <a:p>
          <a:endParaRPr lang="en-US"/>
        </a:p>
      </dgm:t>
    </dgm:pt>
    <dgm:pt modelId="{E90BF381-0B88-4F5D-95EF-04FF1D81FC51}">
      <dgm:prSet/>
      <dgm:spPr/>
      <dgm:t>
        <a:bodyPr/>
        <a:lstStyle/>
        <a:p>
          <a:r>
            <a:rPr lang="de-DE" b="0" i="0"/>
            <a:t>Elemente speichern</a:t>
          </a:r>
          <a:endParaRPr lang="en-US"/>
        </a:p>
      </dgm:t>
    </dgm:pt>
    <dgm:pt modelId="{5E861651-5967-4159-BC2D-4AF4DF699BE9}" type="parTrans" cxnId="{B0F95D19-990F-4453-B3A9-1D07B7FE28A0}">
      <dgm:prSet/>
      <dgm:spPr/>
      <dgm:t>
        <a:bodyPr/>
        <a:lstStyle/>
        <a:p>
          <a:endParaRPr lang="en-US"/>
        </a:p>
      </dgm:t>
    </dgm:pt>
    <dgm:pt modelId="{B3E02BE3-9C7F-43C7-8D2A-0B2ED9C1FC3A}" type="sibTrans" cxnId="{B0F95D19-990F-4453-B3A9-1D07B7FE28A0}">
      <dgm:prSet/>
      <dgm:spPr/>
      <dgm:t>
        <a:bodyPr/>
        <a:lstStyle/>
        <a:p>
          <a:endParaRPr lang="en-US"/>
        </a:p>
      </dgm:t>
    </dgm:pt>
    <dgm:pt modelId="{BA689600-4EB4-4D01-A17A-E5B1648D6A62}">
      <dgm:prSet/>
      <dgm:spPr/>
      <dgm:t>
        <a:bodyPr/>
        <a:lstStyle/>
        <a:p>
          <a:r>
            <a:rPr lang="de-DE" b="0" i="0"/>
            <a:t>Mehrere Elemente färben</a:t>
          </a:r>
          <a:endParaRPr lang="en-US"/>
        </a:p>
      </dgm:t>
    </dgm:pt>
    <dgm:pt modelId="{0F047470-33AB-469C-BDA8-CF58521705F6}" type="parTrans" cxnId="{02C9160B-90EC-42A2-A393-56AF155A6B67}">
      <dgm:prSet/>
      <dgm:spPr/>
      <dgm:t>
        <a:bodyPr/>
        <a:lstStyle/>
        <a:p>
          <a:endParaRPr lang="en-US"/>
        </a:p>
      </dgm:t>
    </dgm:pt>
    <dgm:pt modelId="{82712153-8FEF-41E1-ABD3-DFE184C8295F}" type="sibTrans" cxnId="{02C9160B-90EC-42A2-A393-56AF155A6B67}">
      <dgm:prSet/>
      <dgm:spPr/>
      <dgm:t>
        <a:bodyPr/>
        <a:lstStyle/>
        <a:p>
          <a:endParaRPr lang="en-US"/>
        </a:p>
      </dgm:t>
    </dgm:pt>
    <dgm:pt modelId="{8A19DA52-E33E-4EA4-950B-5D4CE0B2ABDB}">
      <dgm:prSet/>
      <dgm:spPr/>
      <dgm:t>
        <a:bodyPr/>
        <a:lstStyle/>
        <a:p>
          <a:r>
            <a:rPr lang="de-DE" b="0" i="0"/>
            <a:t>Löschen + Undo</a:t>
          </a:r>
          <a:endParaRPr lang="en-US"/>
        </a:p>
      </dgm:t>
    </dgm:pt>
    <dgm:pt modelId="{75C912FA-53FA-4B3B-BA99-9CE1E2DA442F}" type="parTrans" cxnId="{0908F1FB-83CD-459A-8B33-97A7B18BA592}">
      <dgm:prSet/>
      <dgm:spPr/>
      <dgm:t>
        <a:bodyPr/>
        <a:lstStyle/>
        <a:p>
          <a:endParaRPr lang="en-US"/>
        </a:p>
      </dgm:t>
    </dgm:pt>
    <dgm:pt modelId="{23F9C844-9F8A-4403-808E-F2CC4553CDF7}" type="sibTrans" cxnId="{0908F1FB-83CD-459A-8B33-97A7B18BA592}">
      <dgm:prSet/>
      <dgm:spPr/>
      <dgm:t>
        <a:bodyPr/>
        <a:lstStyle/>
        <a:p>
          <a:endParaRPr lang="en-US"/>
        </a:p>
      </dgm:t>
    </dgm:pt>
    <dgm:pt modelId="{505D6FFE-2A6D-49EC-9C64-410261227049}" type="pres">
      <dgm:prSet presAssocID="{2DB0936B-82D7-49A7-A84D-5DE2BE14DE19}" presName="linear" presStyleCnt="0">
        <dgm:presLayoutVars>
          <dgm:animLvl val="lvl"/>
          <dgm:resizeHandles val="exact"/>
        </dgm:presLayoutVars>
      </dgm:prSet>
      <dgm:spPr/>
    </dgm:pt>
    <dgm:pt modelId="{4732F684-1F58-4102-84CE-4904B8699288}" type="pres">
      <dgm:prSet presAssocID="{17045CBF-529E-470E-915A-B3FB0F7AE2B5}" presName="parentText" presStyleLbl="node1" presStyleIdx="0" presStyleCnt="6">
        <dgm:presLayoutVars>
          <dgm:chMax val="0"/>
          <dgm:bulletEnabled val="1"/>
        </dgm:presLayoutVars>
      </dgm:prSet>
      <dgm:spPr/>
    </dgm:pt>
    <dgm:pt modelId="{BEFC1753-C9B0-4909-A5AE-ADD58717B7E5}" type="pres">
      <dgm:prSet presAssocID="{3DC8A6B2-4AF8-4194-A18D-37AE178BDE1A}" presName="spacer" presStyleCnt="0"/>
      <dgm:spPr/>
    </dgm:pt>
    <dgm:pt modelId="{B9CBEE8E-8BDD-43E5-AACF-575FC01A4DF2}" type="pres">
      <dgm:prSet presAssocID="{DF01FDF3-5DBC-4FC7-9D61-D2F5BA85D7E3}" presName="parentText" presStyleLbl="node1" presStyleIdx="1" presStyleCnt="6">
        <dgm:presLayoutVars>
          <dgm:chMax val="0"/>
          <dgm:bulletEnabled val="1"/>
        </dgm:presLayoutVars>
      </dgm:prSet>
      <dgm:spPr/>
    </dgm:pt>
    <dgm:pt modelId="{8ADBAE2B-227F-44BF-A56B-BFDCEB543DA9}" type="pres">
      <dgm:prSet presAssocID="{AD6DEBEC-77AB-49E7-992A-CE32E5BC7331}" presName="spacer" presStyleCnt="0"/>
      <dgm:spPr/>
    </dgm:pt>
    <dgm:pt modelId="{258E9A74-E28C-4676-844E-55B722C70783}" type="pres">
      <dgm:prSet presAssocID="{0F511216-E9A8-4E91-9974-9056B719C7F0}" presName="parentText" presStyleLbl="node1" presStyleIdx="2" presStyleCnt="6">
        <dgm:presLayoutVars>
          <dgm:chMax val="0"/>
          <dgm:bulletEnabled val="1"/>
        </dgm:presLayoutVars>
      </dgm:prSet>
      <dgm:spPr/>
    </dgm:pt>
    <dgm:pt modelId="{723F99C9-D291-45E1-AF35-A88FE60212AC}" type="pres">
      <dgm:prSet presAssocID="{C0094E01-DE27-4EC0-8A68-2D5F992A38BD}" presName="spacer" presStyleCnt="0"/>
      <dgm:spPr/>
    </dgm:pt>
    <dgm:pt modelId="{A995D6C5-81F4-45F6-8446-F242837CB7FD}" type="pres">
      <dgm:prSet presAssocID="{E90BF381-0B88-4F5D-95EF-04FF1D81FC51}" presName="parentText" presStyleLbl="node1" presStyleIdx="3" presStyleCnt="6">
        <dgm:presLayoutVars>
          <dgm:chMax val="0"/>
          <dgm:bulletEnabled val="1"/>
        </dgm:presLayoutVars>
      </dgm:prSet>
      <dgm:spPr/>
    </dgm:pt>
    <dgm:pt modelId="{8BEBB0F4-BA31-4CE3-9CB8-71B15C029652}" type="pres">
      <dgm:prSet presAssocID="{B3E02BE3-9C7F-43C7-8D2A-0B2ED9C1FC3A}" presName="spacer" presStyleCnt="0"/>
      <dgm:spPr/>
    </dgm:pt>
    <dgm:pt modelId="{E566C0D1-D211-4682-A423-86223EEC5BEF}" type="pres">
      <dgm:prSet presAssocID="{BA689600-4EB4-4D01-A17A-E5B1648D6A62}" presName="parentText" presStyleLbl="node1" presStyleIdx="4" presStyleCnt="6">
        <dgm:presLayoutVars>
          <dgm:chMax val="0"/>
          <dgm:bulletEnabled val="1"/>
        </dgm:presLayoutVars>
      </dgm:prSet>
      <dgm:spPr/>
    </dgm:pt>
    <dgm:pt modelId="{3C6AE175-430E-45F0-8DA2-FBEEA8DAAEE5}" type="pres">
      <dgm:prSet presAssocID="{82712153-8FEF-41E1-ABD3-DFE184C8295F}" presName="spacer" presStyleCnt="0"/>
      <dgm:spPr/>
    </dgm:pt>
    <dgm:pt modelId="{85E1AA58-1EE7-41B2-887B-F36DB847A5E6}" type="pres">
      <dgm:prSet presAssocID="{8A19DA52-E33E-4EA4-950B-5D4CE0B2ABDB}" presName="parentText" presStyleLbl="node1" presStyleIdx="5" presStyleCnt="6">
        <dgm:presLayoutVars>
          <dgm:chMax val="0"/>
          <dgm:bulletEnabled val="1"/>
        </dgm:presLayoutVars>
      </dgm:prSet>
      <dgm:spPr/>
    </dgm:pt>
  </dgm:ptLst>
  <dgm:cxnLst>
    <dgm:cxn modelId="{02C9160B-90EC-42A2-A393-56AF155A6B67}" srcId="{2DB0936B-82D7-49A7-A84D-5DE2BE14DE19}" destId="{BA689600-4EB4-4D01-A17A-E5B1648D6A62}" srcOrd="4" destOrd="0" parTransId="{0F047470-33AB-469C-BDA8-CF58521705F6}" sibTransId="{82712153-8FEF-41E1-ABD3-DFE184C8295F}"/>
    <dgm:cxn modelId="{A3537A18-FE57-4A9C-8C12-B49D69A8E66C}" type="presOf" srcId="{8A19DA52-E33E-4EA4-950B-5D4CE0B2ABDB}" destId="{85E1AA58-1EE7-41B2-887B-F36DB847A5E6}" srcOrd="0" destOrd="0" presId="urn:microsoft.com/office/officeart/2005/8/layout/vList2"/>
    <dgm:cxn modelId="{B0F95D19-990F-4453-B3A9-1D07B7FE28A0}" srcId="{2DB0936B-82D7-49A7-A84D-5DE2BE14DE19}" destId="{E90BF381-0B88-4F5D-95EF-04FF1D81FC51}" srcOrd="3" destOrd="0" parTransId="{5E861651-5967-4159-BC2D-4AF4DF699BE9}" sibTransId="{B3E02BE3-9C7F-43C7-8D2A-0B2ED9C1FC3A}"/>
    <dgm:cxn modelId="{6A6FBC21-64BE-4178-A960-6979A361D971}" srcId="{2DB0936B-82D7-49A7-A84D-5DE2BE14DE19}" destId="{17045CBF-529E-470E-915A-B3FB0F7AE2B5}" srcOrd="0" destOrd="0" parTransId="{4A7A848B-3B43-4574-BFEA-FF9DE7A4F217}" sibTransId="{3DC8A6B2-4AF8-4194-A18D-37AE178BDE1A}"/>
    <dgm:cxn modelId="{A510D04C-6D27-4839-98D9-18B615A27423}" type="presOf" srcId="{17045CBF-529E-470E-915A-B3FB0F7AE2B5}" destId="{4732F684-1F58-4102-84CE-4904B8699288}" srcOrd="0" destOrd="0" presId="urn:microsoft.com/office/officeart/2005/8/layout/vList2"/>
    <dgm:cxn modelId="{69D0E251-57CC-4E51-838F-CBE59D338861}" type="presOf" srcId="{DF01FDF3-5DBC-4FC7-9D61-D2F5BA85D7E3}" destId="{B9CBEE8E-8BDD-43E5-AACF-575FC01A4DF2}" srcOrd="0" destOrd="0" presId="urn:microsoft.com/office/officeart/2005/8/layout/vList2"/>
    <dgm:cxn modelId="{1E48E6B6-5699-4C95-A748-938C87B1267C}" srcId="{2DB0936B-82D7-49A7-A84D-5DE2BE14DE19}" destId="{DF01FDF3-5DBC-4FC7-9D61-D2F5BA85D7E3}" srcOrd="1" destOrd="0" parTransId="{2A9E000D-52CE-4526-B6D4-458B81B0E849}" sibTransId="{AD6DEBEC-77AB-49E7-992A-CE32E5BC7331}"/>
    <dgm:cxn modelId="{41D444BF-62E4-482F-94BC-C8B7BE6CD553}" srcId="{2DB0936B-82D7-49A7-A84D-5DE2BE14DE19}" destId="{0F511216-E9A8-4E91-9974-9056B719C7F0}" srcOrd="2" destOrd="0" parTransId="{AEBB5E53-6BCD-4263-B0E7-712BD4A1EB0A}" sibTransId="{C0094E01-DE27-4EC0-8A68-2D5F992A38BD}"/>
    <dgm:cxn modelId="{082876D6-7578-4F28-BE82-1CA6A099AFF9}" type="presOf" srcId="{E90BF381-0B88-4F5D-95EF-04FF1D81FC51}" destId="{A995D6C5-81F4-45F6-8446-F242837CB7FD}" srcOrd="0" destOrd="0" presId="urn:microsoft.com/office/officeart/2005/8/layout/vList2"/>
    <dgm:cxn modelId="{11B6C6D6-DB7A-4315-95C6-3462CC9ECB51}" type="presOf" srcId="{0F511216-E9A8-4E91-9974-9056B719C7F0}" destId="{258E9A74-E28C-4676-844E-55B722C70783}" srcOrd="0" destOrd="0" presId="urn:microsoft.com/office/officeart/2005/8/layout/vList2"/>
    <dgm:cxn modelId="{22680AF2-E200-44BF-B313-D44CA72A76DE}" type="presOf" srcId="{2DB0936B-82D7-49A7-A84D-5DE2BE14DE19}" destId="{505D6FFE-2A6D-49EC-9C64-410261227049}" srcOrd="0" destOrd="0" presId="urn:microsoft.com/office/officeart/2005/8/layout/vList2"/>
    <dgm:cxn modelId="{E45E8AF7-15A0-41EB-A8F9-40365D731278}" type="presOf" srcId="{BA689600-4EB4-4D01-A17A-E5B1648D6A62}" destId="{E566C0D1-D211-4682-A423-86223EEC5BEF}" srcOrd="0" destOrd="0" presId="urn:microsoft.com/office/officeart/2005/8/layout/vList2"/>
    <dgm:cxn modelId="{0908F1FB-83CD-459A-8B33-97A7B18BA592}" srcId="{2DB0936B-82D7-49A7-A84D-5DE2BE14DE19}" destId="{8A19DA52-E33E-4EA4-950B-5D4CE0B2ABDB}" srcOrd="5" destOrd="0" parTransId="{75C912FA-53FA-4B3B-BA99-9CE1E2DA442F}" sibTransId="{23F9C844-9F8A-4403-808E-F2CC4553CDF7}"/>
    <dgm:cxn modelId="{CF47B43D-8F67-436F-A20C-EFD93B9C93C8}" type="presParOf" srcId="{505D6FFE-2A6D-49EC-9C64-410261227049}" destId="{4732F684-1F58-4102-84CE-4904B8699288}" srcOrd="0" destOrd="0" presId="urn:microsoft.com/office/officeart/2005/8/layout/vList2"/>
    <dgm:cxn modelId="{F88CDD15-B79C-4F8D-A4EF-1346BDA061BB}" type="presParOf" srcId="{505D6FFE-2A6D-49EC-9C64-410261227049}" destId="{BEFC1753-C9B0-4909-A5AE-ADD58717B7E5}" srcOrd="1" destOrd="0" presId="urn:microsoft.com/office/officeart/2005/8/layout/vList2"/>
    <dgm:cxn modelId="{3E0D91CD-6805-4B30-84E8-9E8D51E17DC3}" type="presParOf" srcId="{505D6FFE-2A6D-49EC-9C64-410261227049}" destId="{B9CBEE8E-8BDD-43E5-AACF-575FC01A4DF2}" srcOrd="2" destOrd="0" presId="urn:microsoft.com/office/officeart/2005/8/layout/vList2"/>
    <dgm:cxn modelId="{04208943-4CC5-48D0-830B-313FDC49610D}" type="presParOf" srcId="{505D6FFE-2A6D-49EC-9C64-410261227049}" destId="{8ADBAE2B-227F-44BF-A56B-BFDCEB543DA9}" srcOrd="3" destOrd="0" presId="urn:microsoft.com/office/officeart/2005/8/layout/vList2"/>
    <dgm:cxn modelId="{E98C1621-B0EB-4A73-AAEA-2864BFBB85E1}" type="presParOf" srcId="{505D6FFE-2A6D-49EC-9C64-410261227049}" destId="{258E9A74-E28C-4676-844E-55B722C70783}" srcOrd="4" destOrd="0" presId="urn:microsoft.com/office/officeart/2005/8/layout/vList2"/>
    <dgm:cxn modelId="{25E49D89-F035-418C-ADE6-3ADACF1918B7}" type="presParOf" srcId="{505D6FFE-2A6D-49EC-9C64-410261227049}" destId="{723F99C9-D291-45E1-AF35-A88FE60212AC}" srcOrd="5" destOrd="0" presId="urn:microsoft.com/office/officeart/2005/8/layout/vList2"/>
    <dgm:cxn modelId="{3E01C9AB-1982-48E1-9867-FC86C4C5BA6E}" type="presParOf" srcId="{505D6FFE-2A6D-49EC-9C64-410261227049}" destId="{A995D6C5-81F4-45F6-8446-F242837CB7FD}" srcOrd="6" destOrd="0" presId="urn:microsoft.com/office/officeart/2005/8/layout/vList2"/>
    <dgm:cxn modelId="{CC75328F-F790-4DD0-B6EA-2F02E3AE1321}" type="presParOf" srcId="{505D6FFE-2A6D-49EC-9C64-410261227049}" destId="{8BEBB0F4-BA31-4CE3-9CB8-71B15C029652}" srcOrd="7" destOrd="0" presId="urn:microsoft.com/office/officeart/2005/8/layout/vList2"/>
    <dgm:cxn modelId="{CBD7430A-8F01-4756-AEF3-FCFC1F64BDF4}" type="presParOf" srcId="{505D6FFE-2A6D-49EC-9C64-410261227049}" destId="{E566C0D1-D211-4682-A423-86223EEC5BEF}" srcOrd="8" destOrd="0" presId="urn:microsoft.com/office/officeart/2005/8/layout/vList2"/>
    <dgm:cxn modelId="{3E413C7D-F36B-447E-AC9C-0F2ACA068561}" type="presParOf" srcId="{505D6FFE-2A6D-49EC-9C64-410261227049}" destId="{3C6AE175-430E-45F0-8DA2-FBEEA8DAAEE5}" srcOrd="9" destOrd="0" presId="urn:microsoft.com/office/officeart/2005/8/layout/vList2"/>
    <dgm:cxn modelId="{AF8CD54D-D721-4496-8670-99C315C96863}" type="presParOf" srcId="{505D6FFE-2A6D-49EC-9C64-410261227049}" destId="{85E1AA58-1EE7-41B2-887B-F36DB847A5E6}" srcOrd="10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ABA5F86A-2405-4D50-97E8-E3DE2ED8B641}" type="doc">
      <dgm:prSet loTypeId="urn:microsoft.com/office/officeart/2005/8/layout/vList2" loCatId="list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0D3DD787-A488-44F4-8DE1-58D8CC3B63AB}">
      <dgm:prSet/>
      <dgm:spPr/>
      <dgm:t>
        <a:bodyPr/>
        <a:lstStyle/>
        <a:p>
          <a:r>
            <a:rPr lang="de-AT" b="0" i="0"/>
            <a:t>Rechteck zeichnen</a:t>
          </a:r>
          <a:endParaRPr lang="en-US"/>
        </a:p>
      </dgm:t>
    </dgm:pt>
    <dgm:pt modelId="{3A5FC9F6-0B73-438C-8302-F222BD27CD20}" type="parTrans" cxnId="{49A8817C-C1AD-4F5C-882D-36511B17064F}">
      <dgm:prSet/>
      <dgm:spPr/>
      <dgm:t>
        <a:bodyPr/>
        <a:lstStyle/>
        <a:p>
          <a:endParaRPr lang="en-US"/>
        </a:p>
      </dgm:t>
    </dgm:pt>
    <dgm:pt modelId="{D91123B4-F86C-41BF-BA73-A3924A49243D}" type="sibTrans" cxnId="{49A8817C-C1AD-4F5C-882D-36511B17064F}">
      <dgm:prSet/>
      <dgm:spPr/>
      <dgm:t>
        <a:bodyPr/>
        <a:lstStyle/>
        <a:p>
          <a:endParaRPr lang="en-US"/>
        </a:p>
      </dgm:t>
    </dgm:pt>
    <dgm:pt modelId="{085B1C07-A63C-49D1-BF40-05700B003CA1}">
      <dgm:prSet/>
      <dgm:spPr/>
      <dgm:t>
        <a:bodyPr/>
        <a:lstStyle/>
        <a:p>
          <a:r>
            <a:rPr lang="de-AT" b="0" i="0"/>
            <a:t>Text erstellen</a:t>
          </a:r>
          <a:endParaRPr lang="en-US"/>
        </a:p>
      </dgm:t>
    </dgm:pt>
    <dgm:pt modelId="{6FF08391-F586-4B11-BDA6-B0621E844C9E}" type="parTrans" cxnId="{5575AE7D-5885-413B-B793-C54F444B2967}">
      <dgm:prSet/>
      <dgm:spPr/>
      <dgm:t>
        <a:bodyPr/>
        <a:lstStyle/>
        <a:p>
          <a:endParaRPr lang="en-US"/>
        </a:p>
      </dgm:t>
    </dgm:pt>
    <dgm:pt modelId="{2C59B90E-CA68-4014-A538-5A48A2CED8FC}" type="sibTrans" cxnId="{5575AE7D-5885-413B-B793-C54F444B2967}">
      <dgm:prSet/>
      <dgm:spPr/>
      <dgm:t>
        <a:bodyPr/>
        <a:lstStyle/>
        <a:p>
          <a:endParaRPr lang="en-US"/>
        </a:p>
      </dgm:t>
    </dgm:pt>
    <dgm:pt modelId="{B26F42C7-91FB-4575-BE5A-D9AC046D68E3}">
      <dgm:prSet/>
      <dgm:spPr/>
      <dgm:t>
        <a:bodyPr/>
        <a:lstStyle/>
        <a:p>
          <a:r>
            <a:rPr lang="de-AT" b="0" i="0"/>
            <a:t>Undo / Redo</a:t>
          </a:r>
          <a:endParaRPr lang="en-US"/>
        </a:p>
      </dgm:t>
    </dgm:pt>
    <dgm:pt modelId="{3E393E92-5064-4F1C-B413-4B4A8FF194CB}" type="parTrans" cxnId="{44E973E3-6E05-4CAA-AE0F-BFF32FD8879B}">
      <dgm:prSet/>
      <dgm:spPr/>
      <dgm:t>
        <a:bodyPr/>
        <a:lstStyle/>
        <a:p>
          <a:endParaRPr lang="en-US"/>
        </a:p>
      </dgm:t>
    </dgm:pt>
    <dgm:pt modelId="{6E4F25E2-20F1-4839-84F9-BBBA3FBF8D44}" type="sibTrans" cxnId="{44E973E3-6E05-4CAA-AE0F-BFF32FD8879B}">
      <dgm:prSet/>
      <dgm:spPr/>
      <dgm:t>
        <a:bodyPr/>
        <a:lstStyle/>
        <a:p>
          <a:endParaRPr lang="en-US"/>
        </a:p>
      </dgm:t>
    </dgm:pt>
    <dgm:pt modelId="{A4AA4A6E-62F8-46FA-BEF3-F7BF0AFA52A1}">
      <dgm:prSet/>
      <dgm:spPr/>
      <dgm:t>
        <a:bodyPr/>
        <a:lstStyle/>
        <a:p>
          <a:r>
            <a:rPr lang="de-AT" b="0" i="0"/>
            <a:t>Canvas löschen</a:t>
          </a:r>
          <a:endParaRPr lang="en-US"/>
        </a:p>
      </dgm:t>
    </dgm:pt>
    <dgm:pt modelId="{B2B24952-584C-457E-AA3C-8A1BC94BB0F0}" type="parTrans" cxnId="{EE766E66-AA35-4586-B086-0EFD370150BE}">
      <dgm:prSet/>
      <dgm:spPr/>
      <dgm:t>
        <a:bodyPr/>
        <a:lstStyle/>
        <a:p>
          <a:endParaRPr lang="en-US"/>
        </a:p>
      </dgm:t>
    </dgm:pt>
    <dgm:pt modelId="{5CDA675D-36F9-48A4-B0EE-EEEB69B6149F}" type="sibTrans" cxnId="{EE766E66-AA35-4586-B086-0EFD370150BE}">
      <dgm:prSet/>
      <dgm:spPr/>
      <dgm:t>
        <a:bodyPr/>
        <a:lstStyle/>
        <a:p>
          <a:endParaRPr lang="en-US"/>
        </a:p>
      </dgm:t>
    </dgm:pt>
    <dgm:pt modelId="{13E9BB72-50FF-491C-BC1A-A7CDFE145B1F}" type="pres">
      <dgm:prSet presAssocID="{ABA5F86A-2405-4D50-97E8-E3DE2ED8B641}" presName="linear" presStyleCnt="0">
        <dgm:presLayoutVars>
          <dgm:animLvl val="lvl"/>
          <dgm:resizeHandles val="exact"/>
        </dgm:presLayoutVars>
      </dgm:prSet>
      <dgm:spPr/>
    </dgm:pt>
    <dgm:pt modelId="{3F9321DA-0657-4CEC-B242-F3B4B93FAE1E}" type="pres">
      <dgm:prSet presAssocID="{0D3DD787-A488-44F4-8DE1-58D8CC3B63AB}" presName="parentText" presStyleLbl="node1" presStyleIdx="0" presStyleCnt="4">
        <dgm:presLayoutVars>
          <dgm:chMax val="0"/>
          <dgm:bulletEnabled val="1"/>
        </dgm:presLayoutVars>
      </dgm:prSet>
      <dgm:spPr/>
    </dgm:pt>
    <dgm:pt modelId="{C181438D-A317-46B6-B212-4432A5C0ED5B}" type="pres">
      <dgm:prSet presAssocID="{D91123B4-F86C-41BF-BA73-A3924A49243D}" presName="spacer" presStyleCnt="0"/>
      <dgm:spPr/>
    </dgm:pt>
    <dgm:pt modelId="{E9614478-2616-4CD6-AD2E-CA17F68CA87F}" type="pres">
      <dgm:prSet presAssocID="{085B1C07-A63C-49D1-BF40-05700B003CA1}" presName="parentText" presStyleLbl="node1" presStyleIdx="1" presStyleCnt="4">
        <dgm:presLayoutVars>
          <dgm:chMax val="0"/>
          <dgm:bulletEnabled val="1"/>
        </dgm:presLayoutVars>
      </dgm:prSet>
      <dgm:spPr/>
    </dgm:pt>
    <dgm:pt modelId="{BE21A543-8D9E-4585-99B1-DDC57DCBB334}" type="pres">
      <dgm:prSet presAssocID="{2C59B90E-CA68-4014-A538-5A48A2CED8FC}" presName="spacer" presStyleCnt="0"/>
      <dgm:spPr/>
    </dgm:pt>
    <dgm:pt modelId="{497E017A-5CAB-409A-9D6C-DF9AFCE9EA8F}" type="pres">
      <dgm:prSet presAssocID="{B26F42C7-91FB-4575-BE5A-D9AC046D68E3}" presName="parentText" presStyleLbl="node1" presStyleIdx="2" presStyleCnt="4">
        <dgm:presLayoutVars>
          <dgm:chMax val="0"/>
          <dgm:bulletEnabled val="1"/>
        </dgm:presLayoutVars>
      </dgm:prSet>
      <dgm:spPr/>
    </dgm:pt>
    <dgm:pt modelId="{D6CFFD26-3943-469B-90F2-F7603591D34E}" type="pres">
      <dgm:prSet presAssocID="{6E4F25E2-20F1-4839-84F9-BBBA3FBF8D44}" presName="spacer" presStyleCnt="0"/>
      <dgm:spPr/>
    </dgm:pt>
    <dgm:pt modelId="{7196C290-6BA9-4774-8FE4-D1DB870D2DB2}" type="pres">
      <dgm:prSet presAssocID="{A4AA4A6E-62F8-46FA-BEF3-F7BF0AFA52A1}" presName="parentText" presStyleLbl="node1" presStyleIdx="3" presStyleCnt="4">
        <dgm:presLayoutVars>
          <dgm:chMax val="0"/>
          <dgm:bulletEnabled val="1"/>
        </dgm:presLayoutVars>
      </dgm:prSet>
      <dgm:spPr/>
    </dgm:pt>
  </dgm:ptLst>
  <dgm:cxnLst>
    <dgm:cxn modelId="{6455AB39-9473-420C-A7B5-62FC04F392E1}" type="presOf" srcId="{B26F42C7-91FB-4575-BE5A-D9AC046D68E3}" destId="{497E017A-5CAB-409A-9D6C-DF9AFCE9EA8F}" srcOrd="0" destOrd="0" presId="urn:microsoft.com/office/officeart/2005/8/layout/vList2"/>
    <dgm:cxn modelId="{58595061-B661-41C0-8D60-140F3989830F}" type="presOf" srcId="{ABA5F86A-2405-4D50-97E8-E3DE2ED8B641}" destId="{13E9BB72-50FF-491C-BC1A-A7CDFE145B1F}" srcOrd="0" destOrd="0" presId="urn:microsoft.com/office/officeart/2005/8/layout/vList2"/>
    <dgm:cxn modelId="{D56C6944-273D-428B-BEFE-8CF637561CC3}" type="presOf" srcId="{0D3DD787-A488-44F4-8DE1-58D8CC3B63AB}" destId="{3F9321DA-0657-4CEC-B242-F3B4B93FAE1E}" srcOrd="0" destOrd="0" presId="urn:microsoft.com/office/officeart/2005/8/layout/vList2"/>
    <dgm:cxn modelId="{EE766E66-AA35-4586-B086-0EFD370150BE}" srcId="{ABA5F86A-2405-4D50-97E8-E3DE2ED8B641}" destId="{A4AA4A6E-62F8-46FA-BEF3-F7BF0AFA52A1}" srcOrd="3" destOrd="0" parTransId="{B2B24952-584C-457E-AA3C-8A1BC94BB0F0}" sibTransId="{5CDA675D-36F9-48A4-B0EE-EEEB69B6149F}"/>
    <dgm:cxn modelId="{A19AE06B-5A20-4EA5-9549-A154DD686F0E}" type="presOf" srcId="{085B1C07-A63C-49D1-BF40-05700B003CA1}" destId="{E9614478-2616-4CD6-AD2E-CA17F68CA87F}" srcOrd="0" destOrd="0" presId="urn:microsoft.com/office/officeart/2005/8/layout/vList2"/>
    <dgm:cxn modelId="{49A8817C-C1AD-4F5C-882D-36511B17064F}" srcId="{ABA5F86A-2405-4D50-97E8-E3DE2ED8B641}" destId="{0D3DD787-A488-44F4-8DE1-58D8CC3B63AB}" srcOrd="0" destOrd="0" parTransId="{3A5FC9F6-0B73-438C-8302-F222BD27CD20}" sibTransId="{D91123B4-F86C-41BF-BA73-A3924A49243D}"/>
    <dgm:cxn modelId="{5575AE7D-5885-413B-B793-C54F444B2967}" srcId="{ABA5F86A-2405-4D50-97E8-E3DE2ED8B641}" destId="{085B1C07-A63C-49D1-BF40-05700B003CA1}" srcOrd="1" destOrd="0" parTransId="{6FF08391-F586-4B11-BDA6-B0621E844C9E}" sibTransId="{2C59B90E-CA68-4014-A538-5A48A2CED8FC}"/>
    <dgm:cxn modelId="{44E973E3-6E05-4CAA-AE0F-BFF32FD8879B}" srcId="{ABA5F86A-2405-4D50-97E8-E3DE2ED8B641}" destId="{B26F42C7-91FB-4575-BE5A-D9AC046D68E3}" srcOrd="2" destOrd="0" parTransId="{3E393E92-5064-4F1C-B413-4B4A8FF194CB}" sibTransId="{6E4F25E2-20F1-4839-84F9-BBBA3FBF8D44}"/>
    <dgm:cxn modelId="{A8E3A7F7-7128-4474-8504-40EB4C08780F}" type="presOf" srcId="{A4AA4A6E-62F8-46FA-BEF3-F7BF0AFA52A1}" destId="{7196C290-6BA9-4774-8FE4-D1DB870D2DB2}" srcOrd="0" destOrd="0" presId="urn:microsoft.com/office/officeart/2005/8/layout/vList2"/>
    <dgm:cxn modelId="{1AC59097-42C8-40C1-9D09-5B73F8F1CDA2}" type="presParOf" srcId="{13E9BB72-50FF-491C-BC1A-A7CDFE145B1F}" destId="{3F9321DA-0657-4CEC-B242-F3B4B93FAE1E}" srcOrd="0" destOrd="0" presId="urn:microsoft.com/office/officeart/2005/8/layout/vList2"/>
    <dgm:cxn modelId="{2F61FF28-D057-47E1-AAF3-403586B7D418}" type="presParOf" srcId="{13E9BB72-50FF-491C-BC1A-A7CDFE145B1F}" destId="{C181438D-A317-46B6-B212-4432A5C0ED5B}" srcOrd="1" destOrd="0" presId="urn:microsoft.com/office/officeart/2005/8/layout/vList2"/>
    <dgm:cxn modelId="{5775AC0C-9889-4741-81E9-7B5D0FC3D54F}" type="presParOf" srcId="{13E9BB72-50FF-491C-BC1A-A7CDFE145B1F}" destId="{E9614478-2616-4CD6-AD2E-CA17F68CA87F}" srcOrd="2" destOrd="0" presId="urn:microsoft.com/office/officeart/2005/8/layout/vList2"/>
    <dgm:cxn modelId="{A104AED2-7747-4C1C-B14E-B0A25C4037FC}" type="presParOf" srcId="{13E9BB72-50FF-491C-BC1A-A7CDFE145B1F}" destId="{BE21A543-8D9E-4585-99B1-DDC57DCBB334}" srcOrd="3" destOrd="0" presId="urn:microsoft.com/office/officeart/2005/8/layout/vList2"/>
    <dgm:cxn modelId="{0BA9747F-4260-4F52-B25D-FCA68EE750B3}" type="presParOf" srcId="{13E9BB72-50FF-491C-BC1A-A7CDFE145B1F}" destId="{497E017A-5CAB-409A-9D6C-DF9AFCE9EA8F}" srcOrd="4" destOrd="0" presId="urn:microsoft.com/office/officeart/2005/8/layout/vList2"/>
    <dgm:cxn modelId="{A1163150-45F0-4F0B-BF6E-F1FE194577CA}" type="presParOf" srcId="{13E9BB72-50FF-491C-BC1A-A7CDFE145B1F}" destId="{D6CFFD26-3943-469B-90F2-F7603591D34E}" srcOrd="5" destOrd="0" presId="urn:microsoft.com/office/officeart/2005/8/layout/vList2"/>
    <dgm:cxn modelId="{01D09619-7C1E-494A-97E3-C8D80D37559E}" type="presParOf" srcId="{13E9BB72-50FF-491C-BC1A-A7CDFE145B1F}" destId="{7196C290-6BA9-4774-8FE4-D1DB870D2DB2}" srcOrd="6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79AF3223-0808-4CF3-B692-2E2C3887DF22}" type="doc">
      <dgm:prSet loTypeId="urn:microsoft.com/office/officeart/2005/8/layout/vList2" loCatId="list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352EFF81-AE66-433E-B850-10C2069AC5CA}">
      <dgm:prSet/>
      <dgm:spPr/>
      <dgm:t>
        <a:bodyPr/>
        <a:lstStyle/>
        <a:p>
          <a:r>
            <a:rPr lang="de-AT" b="0" i="0"/>
            <a:t>Unit: eigene Testdaten</a:t>
          </a:r>
          <a:endParaRPr lang="en-US"/>
        </a:p>
      </dgm:t>
    </dgm:pt>
    <dgm:pt modelId="{4359B122-3509-448C-AE55-F062196C0AFE}" type="parTrans" cxnId="{0DAADB45-CE31-493E-945F-EDB704F99992}">
      <dgm:prSet/>
      <dgm:spPr/>
      <dgm:t>
        <a:bodyPr/>
        <a:lstStyle/>
        <a:p>
          <a:endParaRPr lang="en-US"/>
        </a:p>
      </dgm:t>
    </dgm:pt>
    <dgm:pt modelId="{321C0B3B-2FF0-4DD0-B481-EB8F1836AE97}" type="sibTrans" cxnId="{0DAADB45-CE31-493E-945F-EDB704F99992}">
      <dgm:prSet/>
      <dgm:spPr/>
      <dgm:t>
        <a:bodyPr/>
        <a:lstStyle/>
        <a:p>
          <a:endParaRPr lang="en-US"/>
        </a:p>
      </dgm:t>
    </dgm:pt>
    <dgm:pt modelId="{CA3900C9-77C3-49E5-8EB2-33135C7560D1}">
      <dgm:prSet/>
      <dgm:spPr/>
      <dgm:t>
        <a:bodyPr/>
        <a:lstStyle/>
        <a:p>
          <a:r>
            <a:rPr lang="de-AT" b="0" i="0"/>
            <a:t>Integration: neues React-Rendering pro Test</a:t>
          </a:r>
          <a:endParaRPr lang="en-US"/>
        </a:p>
      </dgm:t>
    </dgm:pt>
    <dgm:pt modelId="{2B8FC9DA-7799-4E4B-943C-F0E09838DAB5}" type="parTrans" cxnId="{3AC53F7E-5228-4F75-BE37-8B8DD9DEB7FE}">
      <dgm:prSet/>
      <dgm:spPr/>
      <dgm:t>
        <a:bodyPr/>
        <a:lstStyle/>
        <a:p>
          <a:endParaRPr lang="en-US"/>
        </a:p>
      </dgm:t>
    </dgm:pt>
    <dgm:pt modelId="{7B95EDC8-22DA-405F-8DDC-AD0471CB7126}" type="sibTrans" cxnId="{3AC53F7E-5228-4F75-BE37-8B8DD9DEB7FE}">
      <dgm:prSet/>
      <dgm:spPr/>
      <dgm:t>
        <a:bodyPr/>
        <a:lstStyle/>
        <a:p>
          <a:endParaRPr lang="en-US"/>
        </a:p>
      </dgm:t>
    </dgm:pt>
    <dgm:pt modelId="{3FC0529A-4654-41A6-B0DE-D0878B61F64B}">
      <dgm:prSet/>
      <dgm:spPr/>
      <dgm:t>
        <a:bodyPr/>
        <a:lstStyle/>
        <a:p>
          <a:r>
            <a:rPr lang="de-AT" b="0" i="0" dirty="0"/>
            <a:t>E2E: neuer Browser-Kontext</a:t>
          </a:r>
          <a:endParaRPr lang="en-US" dirty="0"/>
        </a:p>
      </dgm:t>
    </dgm:pt>
    <dgm:pt modelId="{535310FF-E0C4-4DC1-BE9A-E4C3ECD5E6B1}" type="parTrans" cxnId="{38187609-B211-4B9D-8A3C-63E1BC7A5288}">
      <dgm:prSet/>
      <dgm:spPr/>
      <dgm:t>
        <a:bodyPr/>
        <a:lstStyle/>
        <a:p>
          <a:endParaRPr lang="en-US"/>
        </a:p>
      </dgm:t>
    </dgm:pt>
    <dgm:pt modelId="{E4555F69-FEBB-45A5-ABAF-8341DFB3EE98}" type="sibTrans" cxnId="{38187609-B211-4B9D-8A3C-63E1BC7A5288}">
      <dgm:prSet/>
      <dgm:spPr/>
      <dgm:t>
        <a:bodyPr/>
        <a:lstStyle/>
        <a:p>
          <a:endParaRPr lang="en-US"/>
        </a:p>
      </dgm:t>
    </dgm:pt>
    <dgm:pt modelId="{59B223DB-56B9-4AA7-814A-3A01E554185A}" type="pres">
      <dgm:prSet presAssocID="{79AF3223-0808-4CF3-B692-2E2C3887DF22}" presName="linear" presStyleCnt="0">
        <dgm:presLayoutVars>
          <dgm:animLvl val="lvl"/>
          <dgm:resizeHandles val="exact"/>
        </dgm:presLayoutVars>
      </dgm:prSet>
      <dgm:spPr/>
    </dgm:pt>
    <dgm:pt modelId="{08E4098F-EC2C-4058-B146-66BF63D0550C}" type="pres">
      <dgm:prSet presAssocID="{352EFF81-AE66-433E-B850-10C2069AC5CA}" presName="parentText" presStyleLbl="node1" presStyleIdx="0" presStyleCnt="3">
        <dgm:presLayoutVars>
          <dgm:chMax val="0"/>
          <dgm:bulletEnabled val="1"/>
        </dgm:presLayoutVars>
      </dgm:prSet>
      <dgm:spPr/>
    </dgm:pt>
    <dgm:pt modelId="{9AD2156F-5BDC-433F-9422-46EF3F6D5F4B}" type="pres">
      <dgm:prSet presAssocID="{321C0B3B-2FF0-4DD0-B481-EB8F1836AE97}" presName="spacer" presStyleCnt="0"/>
      <dgm:spPr/>
    </dgm:pt>
    <dgm:pt modelId="{4DF0A7DB-442D-455B-9D74-F5A8CFCB2B79}" type="pres">
      <dgm:prSet presAssocID="{CA3900C9-77C3-49E5-8EB2-33135C7560D1}" presName="parentText" presStyleLbl="node1" presStyleIdx="1" presStyleCnt="3">
        <dgm:presLayoutVars>
          <dgm:chMax val="0"/>
          <dgm:bulletEnabled val="1"/>
        </dgm:presLayoutVars>
      </dgm:prSet>
      <dgm:spPr/>
    </dgm:pt>
    <dgm:pt modelId="{01EA3E0E-F116-4EE0-89F6-E48192F56C1C}" type="pres">
      <dgm:prSet presAssocID="{7B95EDC8-22DA-405F-8DDC-AD0471CB7126}" presName="spacer" presStyleCnt="0"/>
      <dgm:spPr/>
    </dgm:pt>
    <dgm:pt modelId="{8686A053-93A2-464B-9B5F-D33ED471F160}" type="pres">
      <dgm:prSet presAssocID="{3FC0529A-4654-41A6-B0DE-D0878B61F64B}" presName="parentText" presStyleLbl="node1" presStyleIdx="2" presStyleCnt="3">
        <dgm:presLayoutVars>
          <dgm:chMax val="0"/>
          <dgm:bulletEnabled val="1"/>
        </dgm:presLayoutVars>
      </dgm:prSet>
      <dgm:spPr/>
    </dgm:pt>
  </dgm:ptLst>
  <dgm:cxnLst>
    <dgm:cxn modelId="{13E44706-ABE8-460C-9900-DE13B480F290}" type="presOf" srcId="{79AF3223-0808-4CF3-B692-2E2C3887DF22}" destId="{59B223DB-56B9-4AA7-814A-3A01E554185A}" srcOrd="0" destOrd="0" presId="urn:microsoft.com/office/officeart/2005/8/layout/vList2"/>
    <dgm:cxn modelId="{38187609-B211-4B9D-8A3C-63E1BC7A5288}" srcId="{79AF3223-0808-4CF3-B692-2E2C3887DF22}" destId="{3FC0529A-4654-41A6-B0DE-D0878B61F64B}" srcOrd="2" destOrd="0" parTransId="{535310FF-E0C4-4DC1-BE9A-E4C3ECD5E6B1}" sibTransId="{E4555F69-FEBB-45A5-ABAF-8341DFB3EE98}"/>
    <dgm:cxn modelId="{0DAADB45-CE31-493E-945F-EDB704F99992}" srcId="{79AF3223-0808-4CF3-B692-2E2C3887DF22}" destId="{352EFF81-AE66-433E-B850-10C2069AC5CA}" srcOrd="0" destOrd="0" parTransId="{4359B122-3509-448C-AE55-F062196C0AFE}" sibTransId="{321C0B3B-2FF0-4DD0-B481-EB8F1836AE97}"/>
    <dgm:cxn modelId="{DC639270-4257-481D-8D3E-9AB362D9085E}" type="presOf" srcId="{CA3900C9-77C3-49E5-8EB2-33135C7560D1}" destId="{4DF0A7DB-442D-455B-9D74-F5A8CFCB2B79}" srcOrd="0" destOrd="0" presId="urn:microsoft.com/office/officeart/2005/8/layout/vList2"/>
    <dgm:cxn modelId="{3AC53F7E-5228-4F75-BE37-8B8DD9DEB7FE}" srcId="{79AF3223-0808-4CF3-B692-2E2C3887DF22}" destId="{CA3900C9-77C3-49E5-8EB2-33135C7560D1}" srcOrd="1" destOrd="0" parTransId="{2B8FC9DA-7799-4E4B-943C-F0E09838DAB5}" sibTransId="{7B95EDC8-22DA-405F-8DDC-AD0471CB7126}"/>
    <dgm:cxn modelId="{AD0CEA8B-04A8-4354-97B8-051343CB6C33}" type="presOf" srcId="{3FC0529A-4654-41A6-B0DE-D0878B61F64B}" destId="{8686A053-93A2-464B-9B5F-D33ED471F160}" srcOrd="0" destOrd="0" presId="urn:microsoft.com/office/officeart/2005/8/layout/vList2"/>
    <dgm:cxn modelId="{E8173C8C-CAF4-47F2-A48D-D40BA9BEDE4A}" type="presOf" srcId="{352EFF81-AE66-433E-B850-10C2069AC5CA}" destId="{08E4098F-EC2C-4058-B146-66BF63D0550C}" srcOrd="0" destOrd="0" presId="urn:microsoft.com/office/officeart/2005/8/layout/vList2"/>
    <dgm:cxn modelId="{E0087535-6ECE-401F-8258-5582A3A0CE3F}" type="presParOf" srcId="{59B223DB-56B9-4AA7-814A-3A01E554185A}" destId="{08E4098F-EC2C-4058-B146-66BF63D0550C}" srcOrd="0" destOrd="0" presId="urn:microsoft.com/office/officeart/2005/8/layout/vList2"/>
    <dgm:cxn modelId="{D01695FB-2713-4DFD-A22D-3B52AC802B1C}" type="presParOf" srcId="{59B223DB-56B9-4AA7-814A-3A01E554185A}" destId="{9AD2156F-5BDC-433F-9422-46EF3F6D5F4B}" srcOrd="1" destOrd="0" presId="urn:microsoft.com/office/officeart/2005/8/layout/vList2"/>
    <dgm:cxn modelId="{41303A46-676A-4F02-93EF-05B5A590E088}" type="presParOf" srcId="{59B223DB-56B9-4AA7-814A-3A01E554185A}" destId="{4DF0A7DB-442D-455B-9D74-F5A8CFCB2B79}" srcOrd="2" destOrd="0" presId="urn:microsoft.com/office/officeart/2005/8/layout/vList2"/>
    <dgm:cxn modelId="{729C96BD-6302-44A0-8C05-42AE327633DF}" type="presParOf" srcId="{59B223DB-56B9-4AA7-814A-3A01E554185A}" destId="{01EA3E0E-F116-4EE0-89F6-E48192F56C1C}" srcOrd="3" destOrd="0" presId="urn:microsoft.com/office/officeart/2005/8/layout/vList2"/>
    <dgm:cxn modelId="{07A02C52-D994-47CA-A6F2-A423D83D35DD}" type="presParOf" srcId="{59B223DB-56B9-4AA7-814A-3A01E554185A}" destId="{8686A053-93A2-464B-9B5F-D33ED471F160}" srcOrd="4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{C6D52A02-AD44-45A6-9856-F25E6137DF8F}" type="doc">
      <dgm:prSet loTypeId="urn:microsoft.com/office/officeart/2005/8/layout/default" loCatId="list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620E037B-4B1F-4AA9-BE75-005AFDCA55CA}">
      <dgm:prSet/>
      <dgm:spPr/>
      <dgm:t>
        <a:bodyPr/>
        <a:lstStyle/>
        <a:p>
          <a:r>
            <a:rPr lang="de-AT" b="0" i="0"/>
            <a:t>10 → 50 Benutzer pro Sekunde</a:t>
          </a:r>
          <a:endParaRPr lang="en-US"/>
        </a:p>
      </dgm:t>
    </dgm:pt>
    <dgm:pt modelId="{FEAC4A0D-FCDE-4AB0-9DC2-A4D1A32E7F42}" type="parTrans" cxnId="{775EE2CE-B814-4378-8C2E-7AE2F26C86B1}">
      <dgm:prSet/>
      <dgm:spPr/>
      <dgm:t>
        <a:bodyPr/>
        <a:lstStyle/>
        <a:p>
          <a:endParaRPr lang="en-US"/>
        </a:p>
      </dgm:t>
    </dgm:pt>
    <dgm:pt modelId="{4FD72097-9753-4658-B9B7-82333A1DE6E1}" type="sibTrans" cxnId="{775EE2CE-B814-4378-8C2E-7AE2F26C86B1}">
      <dgm:prSet/>
      <dgm:spPr/>
      <dgm:t>
        <a:bodyPr/>
        <a:lstStyle/>
        <a:p>
          <a:endParaRPr lang="en-US"/>
        </a:p>
      </dgm:t>
    </dgm:pt>
    <dgm:pt modelId="{926C868A-C70B-4379-AFCF-A82C7B7CEFEA}">
      <dgm:prSet/>
      <dgm:spPr/>
      <dgm:t>
        <a:bodyPr/>
        <a:lstStyle/>
        <a:p>
          <a:r>
            <a:rPr lang="de-AT" b="0" i="0"/>
            <a:t>30 Sekunden</a:t>
          </a:r>
          <a:endParaRPr lang="en-US"/>
        </a:p>
      </dgm:t>
    </dgm:pt>
    <dgm:pt modelId="{8376713C-C650-4164-A892-3A6013C2ADDB}" type="parTrans" cxnId="{1103B33E-7B1D-44FC-B9C0-BD13EA5947C0}">
      <dgm:prSet/>
      <dgm:spPr/>
      <dgm:t>
        <a:bodyPr/>
        <a:lstStyle/>
        <a:p>
          <a:endParaRPr lang="en-US"/>
        </a:p>
      </dgm:t>
    </dgm:pt>
    <dgm:pt modelId="{77807321-600C-437F-A200-7790AAB79F0C}" type="sibTrans" cxnId="{1103B33E-7B1D-44FC-B9C0-BD13EA5947C0}">
      <dgm:prSet/>
      <dgm:spPr/>
      <dgm:t>
        <a:bodyPr/>
        <a:lstStyle/>
        <a:p>
          <a:endParaRPr lang="en-US"/>
        </a:p>
      </dgm:t>
    </dgm:pt>
    <dgm:pt modelId="{FA741715-4EE1-4D7E-B1F6-92DE553EEE34}">
      <dgm:prSet/>
      <dgm:spPr/>
      <dgm:t>
        <a:bodyPr/>
        <a:lstStyle/>
        <a:p>
          <a:r>
            <a:rPr lang="de-AT" b="0" i="0"/>
            <a:t>Mehrere statische Dateien</a:t>
          </a:r>
          <a:endParaRPr lang="en-US"/>
        </a:p>
      </dgm:t>
    </dgm:pt>
    <dgm:pt modelId="{0357DAD7-A962-4846-8E85-C254520D3A87}" type="parTrans" cxnId="{882E4BC9-CF29-487D-857E-BE2265C74D93}">
      <dgm:prSet/>
      <dgm:spPr/>
      <dgm:t>
        <a:bodyPr/>
        <a:lstStyle/>
        <a:p>
          <a:endParaRPr lang="en-US"/>
        </a:p>
      </dgm:t>
    </dgm:pt>
    <dgm:pt modelId="{3AA26B11-2087-4EA2-896E-8B481007A8EA}" type="sibTrans" cxnId="{882E4BC9-CF29-487D-857E-BE2265C74D93}">
      <dgm:prSet/>
      <dgm:spPr/>
      <dgm:t>
        <a:bodyPr/>
        <a:lstStyle/>
        <a:p>
          <a:endParaRPr lang="en-US"/>
        </a:p>
      </dgm:t>
    </dgm:pt>
    <dgm:pt modelId="{BE7339B9-747C-4767-B4D6-02B3A6C73FA4}" type="pres">
      <dgm:prSet presAssocID="{C6D52A02-AD44-45A6-9856-F25E6137DF8F}" presName="diagram" presStyleCnt="0">
        <dgm:presLayoutVars>
          <dgm:dir/>
          <dgm:resizeHandles val="exact"/>
        </dgm:presLayoutVars>
      </dgm:prSet>
      <dgm:spPr/>
    </dgm:pt>
    <dgm:pt modelId="{6BF29738-38AE-4D58-A387-440A16F004CF}" type="pres">
      <dgm:prSet presAssocID="{620E037B-4B1F-4AA9-BE75-005AFDCA55CA}" presName="node" presStyleLbl="node1" presStyleIdx="0" presStyleCnt="3">
        <dgm:presLayoutVars>
          <dgm:bulletEnabled val="1"/>
        </dgm:presLayoutVars>
      </dgm:prSet>
      <dgm:spPr/>
    </dgm:pt>
    <dgm:pt modelId="{1CCDEF14-DF1B-4EFF-8AD7-B7FE809DF7AE}" type="pres">
      <dgm:prSet presAssocID="{4FD72097-9753-4658-B9B7-82333A1DE6E1}" presName="sibTrans" presStyleCnt="0"/>
      <dgm:spPr/>
    </dgm:pt>
    <dgm:pt modelId="{2BACE6D1-1ADA-4A16-89B6-F616CA8D4F49}" type="pres">
      <dgm:prSet presAssocID="{926C868A-C70B-4379-AFCF-A82C7B7CEFEA}" presName="node" presStyleLbl="node1" presStyleIdx="1" presStyleCnt="3">
        <dgm:presLayoutVars>
          <dgm:bulletEnabled val="1"/>
        </dgm:presLayoutVars>
      </dgm:prSet>
      <dgm:spPr/>
    </dgm:pt>
    <dgm:pt modelId="{DCB7777F-075A-4B13-8BB2-4BE664336D41}" type="pres">
      <dgm:prSet presAssocID="{77807321-600C-437F-A200-7790AAB79F0C}" presName="sibTrans" presStyleCnt="0"/>
      <dgm:spPr/>
    </dgm:pt>
    <dgm:pt modelId="{D37BB8C2-28ED-4918-B55F-DA4EAD6EE982}" type="pres">
      <dgm:prSet presAssocID="{FA741715-4EE1-4D7E-B1F6-92DE553EEE34}" presName="node" presStyleLbl="node1" presStyleIdx="2" presStyleCnt="3">
        <dgm:presLayoutVars>
          <dgm:bulletEnabled val="1"/>
        </dgm:presLayoutVars>
      </dgm:prSet>
      <dgm:spPr/>
    </dgm:pt>
  </dgm:ptLst>
  <dgm:cxnLst>
    <dgm:cxn modelId="{8ACC4C15-57C7-42BD-B05B-CEDE88DC9574}" type="presOf" srcId="{620E037B-4B1F-4AA9-BE75-005AFDCA55CA}" destId="{6BF29738-38AE-4D58-A387-440A16F004CF}" srcOrd="0" destOrd="0" presId="urn:microsoft.com/office/officeart/2005/8/layout/default"/>
    <dgm:cxn modelId="{FC823117-8969-4ECD-BEAE-41D5562172FD}" type="presOf" srcId="{926C868A-C70B-4379-AFCF-A82C7B7CEFEA}" destId="{2BACE6D1-1ADA-4A16-89B6-F616CA8D4F49}" srcOrd="0" destOrd="0" presId="urn:microsoft.com/office/officeart/2005/8/layout/default"/>
    <dgm:cxn modelId="{1103B33E-7B1D-44FC-B9C0-BD13EA5947C0}" srcId="{C6D52A02-AD44-45A6-9856-F25E6137DF8F}" destId="{926C868A-C70B-4379-AFCF-A82C7B7CEFEA}" srcOrd="1" destOrd="0" parTransId="{8376713C-C650-4164-A892-3A6013C2ADDB}" sibTransId="{77807321-600C-437F-A200-7790AAB79F0C}"/>
    <dgm:cxn modelId="{7230218C-2F42-4ABB-BCA0-3A2D0F2F86BA}" type="presOf" srcId="{FA741715-4EE1-4D7E-B1F6-92DE553EEE34}" destId="{D37BB8C2-28ED-4918-B55F-DA4EAD6EE982}" srcOrd="0" destOrd="0" presId="urn:microsoft.com/office/officeart/2005/8/layout/default"/>
    <dgm:cxn modelId="{882E4BC9-CF29-487D-857E-BE2265C74D93}" srcId="{C6D52A02-AD44-45A6-9856-F25E6137DF8F}" destId="{FA741715-4EE1-4D7E-B1F6-92DE553EEE34}" srcOrd="2" destOrd="0" parTransId="{0357DAD7-A962-4846-8E85-C254520D3A87}" sibTransId="{3AA26B11-2087-4EA2-896E-8B481007A8EA}"/>
    <dgm:cxn modelId="{775EE2CE-B814-4378-8C2E-7AE2F26C86B1}" srcId="{C6D52A02-AD44-45A6-9856-F25E6137DF8F}" destId="{620E037B-4B1F-4AA9-BE75-005AFDCA55CA}" srcOrd="0" destOrd="0" parTransId="{FEAC4A0D-FCDE-4AB0-9DC2-A4D1A32E7F42}" sibTransId="{4FD72097-9753-4658-B9B7-82333A1DE6E1}"/>
    <dgm:cxn modelId="{CBC47EF4-98AB-4A04-8943-1BD4E8B98E98}" type="presOf" srcId="{C6D52A02-AD44-45A6-9856-F25E6137DF8F}" destId="{BE7339B9-747C-4767-B4D6-02B3A6C73FA4}" srcOrd="0" destOrd="0" presId="urn:microsoft.com/office/officeart/2005/8/layout/default"/>
    <dgm:cxn modelId="{6A06E20C-1D81-4E82-B569-B425A4A65AE1}" type="presParOf" srcId="{BE7339B9-747C-4767-B4D6-02B3A6C73FA4}" destId="{6BF29738-38AE-4D58-A387-440A16F004CF}" srcOrd="0" destOrd="0" presId="urn:microsoft.com/office/officeart/2005/8/layout/default"/>
    <dgm:cxn modelId="{072E226E-ED95-400E-B636-2440CC2B7DBA}" type="presParOf" srcId="{BE7339B9-747C-4767-B4D6-02B3A6C73FA4}" destId="{1CCDEF14-DF1B-4EFF-8AD7-B7FE809DF7AE}" srcOrd="1" destOrd="0" presId="urn:microsoft.com/office/officeart/2005/8/layout/default"/>
    <dgm:cxn modelId="{D0A09242-5E9E-49FB-89B8-3E23419B59B7}" type="presParOf" srcId="{BE7339B9-747C-4767-B4D6-02B3A6C73FA4}" destId="{2BACE6D1-1ADA-4A16-89B6-F616CA8D4F49}" srcOrd="2" destOrd="0" presId="urn:microsoft.com/office/officeart/2005/8/layout/default"/>
    <dgm:cxn modelId="{8D144543-B74E-40E1-A825-90ADE457B3C0}" type="presParOf" srcId="{BE7339B9-747C-4767-B4D6-02B3A6C73FA4}" destId="{DCB7777F-075A-4B13-8BB2-4BE664336D41}" srcOrd="3" destOrd="0" presId="urn:microsoft.com/office/officeart/2005/8/layout/default"/>
    <dgm:cxn modelId="{9BF2C6DC-AB0D-4658-82C1-FBEE21CA2BCE}" type="presParOf" srcId="{BE7339B9-747C-4767-B4D6-02B3A6C73FA4}" destId="{D37BB8C2-28ED-4918-B55F-DA4EAD6EE982}" srcOrd="4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8.xml><?xml version="1.0" encoding="utf-8"?>
<dgm:dataModel xmlns:dgm="http://schemas.openxmlformats.org/drawingml/2006/diagram" xmlns:a="http://schemas.openxmlformats.org/drawingml/2006/main">
  <dgm:ptLst>
    <dgm:pt modelId="{AF14096A-C1C9-4975-BE3D-B40EBDCFB9CD}" type="doc">
      <dgm:prSet loTypeId="urn:microsoft.com/office/officeart/2005/8/layout/list1" loCatId="list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A9281028-9C37-445E-9D4F-630E7C987DCF}">
      <dgm:prSet/>
      <dgm:spPr/>
      <dgm:t>
        <a:bodyPr/>
        <a:lstStyle/>
        <a:p>
          <a:r>
            <a:rPr lang="de-AT" b="0" i="0"/>
            <a:t>900 Requests</a:t>
          </a:r>
          <a:endParaRPr lang="en-US"/>
        </a:p>
      </dgm:t>
    </dgm:pt>
    <dgm:pt modelId="{68664734-CC5B-47FB-AFF3-EAF038E95D40}" type="parTrans" cxnId="{0B3555C8-6DC3-4953-849D-32A37A66AEE9}">
      <dgm:prSet/>
      <dgm:spPr/>
      <dgm:t>
        <a:bodyPr/>
        <a:lstStyle/>
        <a:p>
          <a:endParaRPr lang="en-US"/>
        </a:p>
      </dgm:t>
    </dgm:pt>
    <dgm:pt modelId="{5BB5614B-3FE1-4B5F-BD11-1FB70849A130}" type="sibTrans" cxnId="{0B3555C8-6DC3-4953-849D-32A37A66AEE9}">
      <dgm:prSet/>
      <dgm:spPr/>
      <dgm:t>
        <a:bodyPr/>
        <a:lstStyle/>
        <a:p>
          <a:endParaRPr lang="en-US"/>
        </a:p>
      </dgm:t>
    </dgm:pt>
    <dgm:pt modelId="{EC5AD62B-DD86-48FA-89FA-88802ABCEE98}">
      <dgm:prSet/>
      <dgm:spPr/>
      <dgm:t>
        <a:bodyPr/>
        <a:lstStyle/>
        <a:p>
          <a:r>
            <a:rPr lang="de-AT" b="0" i="0"/>
            <a:t>0 Fehler</a:t>
          </a:r>
          <a:endParaRPr lang="en-US"/>
        </a:p>
      </dgm:t>
    </dgm:pt>
    <dgm:pt modelId="{6158CAB3-B39E-44B9-BB2B-60B538308BA9}" type="parTrans" cxnId="{71CB618F-5DB6-47EA-A9E3-EFE09549C443}">
      <dgm:prSet/>
      <dgm:spPr/>
      <dgm:t>
        <a:bodyPr/>
        <a:lstStyle/>
        <a:p>
          <a:endParaRPr lang="en-US"/>
        </a:p>
      </dgm:t>
    </dgm:pt>
    <dgm:pt modelId="{AB6BF450-FB83-41DF-843D-42BEDE4AE701}" type="sibTrans" cxnId="{71CB618F-5DB6-47EA-A9E3-EFE09549C443}">
      <dgm:prSet/>
      <dgm:spPr/>
      <dgm:t>
        <a:bodyPr/>
        <a:lstStyle/>
        <a:p>
          <a:endParaRPr lang="en-US"/>
        </a:p>
      </dgm:t>
    </dgm:pt>
    <dgm:pt modelId="{39222CE7-3141-42EE-A6CB-25683CB548D3}">
      <dgm:prSet/>
      <dgm:spPr/>
      <dgm:t>
        <a:bodyPr/>
        <a:lstStyle/>
        <a:p>
          <a:r>
            <a:rPr lang="de-AT" b="0" i="0"/>
            <a:t>Median: 2 ms</a:t>
          </a:r>
          <a:endParaRPr lang="en-US"/>
        </a:p>
      </dgm:t>
    </dgm:pt>
    <dgm:pt modelId="{90EEFDEA-8E26-4588-A011-4F48BA96C9F5}" type="parTrans" cxnId="{7B772C2F-64A8-463D-AB09-4989F03FDCC2}">
      <dgm:prSet/>
      <dgm:spPr/>
      <dgm:t>
        <a:bodyPr/>
        <a:lstStyle/>
        <a:p>
          <a:endParaRPr lang="en-US"/>
        </a:p>
      </dgm:t>
    </dgm:pt>
    <dgm:pt modelId="{A118121D-FDBE-49FB-8E45-950D5A6CD32E}" type="sibTrans" cxnId="{7B772C2F-64A8-463D-AB09-4989F03FDCC2}">
      <dgm:prSet/>
      <dgm:spPr/>
      <dgm:t>
        <a:bodyPr/>
        <a:lstStyle/>
        <a:p>
          <a:endParaRPr lang="en-US"/>
        </a:p>
      </dgm:t>
    </dgm:pt>
    <dgm:pt modelId="{1E5742CE-AE08-47F8-BF7A-756F18BCEBC8}">
      <dgm:prSet/>
      <dgm:spPr/>
      <dgm:t>
        <a:bodyPr/>
        <a:lstStyle/>
        <a:p>
          <a:r>
            <a:rPr lang="de-AT" b="0" i="0"/>
            <a:t>p95: 4 ms</a:t>
          </a:r>
          <a:endParaRPr lang="en-US"/>
        </a:p>
      </dgm:t>
    </dgm:pt>
    <dgm:pt modelId="{08546079-28C9-4F6B-9851-123B1BD6D951}" type="parTrans" cxnId="{BB40610D-78E5-41F6-B1A7-A35F46A1DAB8}">
      <dgm:prSet/>
      <dgm:spPr/>
      <dgm:t>
        <a:bodyPr/>
        <a:lstStyle/>
        <a:p>
          <a:endParaRPr lang="en-US"/>
        </a:p>
      </dgm:t>
    </dgm:pt>
    <dgm:pt modelId="{8C08FF11-C6A0-47B5-B188-B1D28B90DE7F}" type="sibTrans" cxnId="{BB40610D-78E5-41F6-B1A7-A35F46A1DAB8}">
      <dgm:prSet/>
      <dgm:spPr/>
      <dgm:t>
        <a:bodyPr/>
        <a:lstStyle/>
        <a:p>
          <a:endParaRPr lang="en-US"/>
        </a:p>
      </dgm:t>
    </dgm:pt>
    <dgm:pt modelId="{4C02E96C-7AFD-40F6-B7B2-65E0D18FB9DD}">
      <dgm:prSet/>
      <dgm:spPr/>
      <dgm:t>
        <a:bodyPr/>
        <a:lstStyle/>
        <a:p>
          <a:r>
            <a:rPr lang="de-AT" b="0" i="0"/>
            <a:t>p99: 16 ms</a:t>
          </a:r>
          <a:endParaRPr lang="en-US"/>
        </a:p>
      </dgm:t>
    </dgm:pt>
    <dgm:pt modelId="{168A57E8-84AD-492A-A601-D19FDEFBE6EC}" type="parTrans" cxnId="{F9C3A8B3-6FDC-4CFE-BE8C-FB60378E6917}">
      <dgm:prSet/>
      <dgm:spPr/>
      <dgm:t>
        <a:bodyPr/>
        <a:lstStyle/>
        <a:p>
          <a:endParaRPr lang="en-US"/>
        </a:p>
      </dgm:t>
    </dgm:pt>
    <dgm:pt modelId="{83764249-7A17-4ECE-9EDC-87DDF37BF7D5}" type="sibTrans" cxnId="{F9C3A8B3-6FDC-4CFE-BE8C-FB60378E6917}">
      <dgm:prSet/>
      <dgm:spPr/>
      <dgm:t>
        <a:bodyPr/>
        <a:lstStyle/>
        <a:p>
          <a:endParaRPr lang="en-US"/>
        </a:p>
      </dgm:t>
    </dgm:pt>
    <dgm:pt modelId="{22EBD224-B14D-4DD3-A128-FC878A760FC8}" type="pres">
      <dgm:prSet presAssocID="{AF14096A-C1C9-4975-BE3D-B40EBDCFB9CD}" presName="linear" presStyleCnt="0">
        <dgm:presLayoutVars>
          <dgm:dir/>
          <dgm:animLvl val="lvl"/>
          <dgm:resizeHandles val="exact"/>
        </dgm:presLayoutVars>
      </dgm:prSet>
      <dgm:spPr/>
    </dgm:pt>
    <dgm:pt modelId="{43E3F93F-C8A1-47F6-B1F8-FAE4D7D0651C}" type="pres">
      <dgm:prSet presAssocID="{A9281028-9C37-445E-9D4F-630E7C987DCF}" presName="parentLin" presStyleCnt="0"/>
      <dgm:spPr/>
    </dgm:pt>
    <dgm:pt modelId="{DDE3BDD2-8B1F-45F8-A42A-75B522608B01}" type="pres">
      <dgm:prSet presAssocID="{A9281028-9C37-445E-9D4F-630E7C987DCF}" presName="parentLeftMargin" presStyleLbl="node1" presStyleIdx="0" presStyleCnt="5"/>
      <dgm:spPr/>
    </dgm:pt>
    <dgm:pt modelId="{71038AB7-B693-4889-8911-7C583F028037}" type="pres">
      <dgm:prSet presAssocID="{A9281028-9C37-445E-9D4F-630E7C987DCF}" presName="parentText" presStyleLbl="node1" presStyleIdx="0" presStyleCnt="5">
        <dgm:presLayoutVars>
          <dgm:chMax val="0"/>
          <dgm:bulletEnabled val="1"/>
        </dgm:presLayoutVars>
      </dgm:prSet>
      <dgm:spPr/>
    </dgm:pt>
    <dgm:pt modelId="{4388B1BE-41C5-41A0-BECA-0975E8C9B596}" type="pres">
      <dgm:prSet presAssocID="{A9281028-9C37-445E-9D4F-630E7C987DCF}" presName="negativeSpace" presStyleCnt="0"/>
      <dgm:spPr/>
    </dgm:pt>
    <dgm:pt modelId="{B51503E7-1EB4-46E1-AB70-36DD430ADA9E}" type="pres">
      <dgm:prSet presAssocID="{A9281028-9C37-445E-9D4F-630E7C987DCF}" presName="childText" presStyleLbl="conFgAcc1" presStyleIdx="0" presStyleCnt="5">
        <dgm:presLayoutVars>
          <dgm:bulletEnabled val="1"/>
        </dgm:presLayoutVars>
      </dgm:prSet>
      <dgm:spPr/>
    </dgm:pt>
    <dgm:pt modelId="{4ADE97F6-87E3-4342-90D9-1C3BF247E74A}" type="pres">
      <dgm:prSet presAssocID="{5BB5614B-3FE1-4B5F-BD11-1FB70849A130}" presName="spaceBetweenRectangles" presStyleCnt="0"/>
      <dgm:spPr/>
    </dgm:pt>
    <dgm:pt modelId="{29A6BEDB-3FF2-4FB0-A314-A0A03830AFC7}" type="pres">
      <dgm:prSet presAssocID="{EC5AD62B-DD86-48FA-89FA-88802ABCEE98}" presName="parentLin" presStyleCnt="0"/>
      <dgm:spPr/>
    </dgm:pt>
    <dgm:pt modelId="{40043E89-EC99-43DF-AB4A-617DE7A9BB68}" type="pres">
      <dgm:prSet presAssocID="{EC5AD62B-DD86-48FA-89FA-88802ABCEE98}" presName="parentLeftMargin" presStyleLbl="node1" presStyleIdx="0" presStyleCnt="5"/>
      <dgm:spPr/>
    </dgm:pt>
    <dgm:pt modelId="{68F5A471-2FA0-4CC3-9724-8F12A9D9CE66}" type="pres">
      <dgm:prSet presAssocID="{EC5AD62B-DD86-48FA-89FA-88802ABCEE98}" presName="parentText" presStyleLbl="node1" presStyleIdx="1" presStyleCnt="5">
        <dgm:presLayoutVars>
          <dgm:chMax val="0"/>
          <dgm:bulletEnabled val="1"/>
        </dgm:presLayoutVars>
      </dgm:prSet>
      <dgm:spPr/>
    </dgm:pt>
    <dgm:pt modelId="{A28E3378-A32F-4C6E-849D-407EFBDC81EB}" type="pres">
      <dgm:prSet presAssocID="{EC5AD62B-DD86-48FA-89FA-88802ABCEE98}" presName="negativeSpace" presStyleCnt="0"/>
      <dgm:spPr/>
    </dgm:pt>
    <dgm:pt modelId="{DAFBFAAB-1CCF-4130-8DC2-A8F511AAB9D3}" type="pres">
      <dgm:prSet presAssocID="{EC5AD62B-DD86-48FA-89FA-88802ABCEE98}" presName="childText" presStyleLbl="conFgAcc1" presStyleIdx="1" presStyleCnt="5">
        <dgm:presLayoutVars>
          <dgm:bulletEnabled val="1"/>
        </dgm:presLayoutVars>
      </dgm:prSet>
      <dgm:spPr/>
    </dgm:pt>
    <dgm:pt modelId="{2E9CB637-C2E4-4E0F-9738-53837204F63A}" type="pres">
      <dgm:prSet presAssocID="{AB6BF450-FB83-41DF-843D-42BEDE4AE701}" presName="spaceBetweenRectangles" presStyleCnt="0"/>
      <dgm:spPr/>
    </dgm:pt>
    <dgm:pt modelId="{36914BD4-A956-4F1E-8649-D2AE41257BB0}" type="pres">
      <dgm:prSet presAssocID="{39222CE7-3141-42EE-A6CB-25683CB548D3}" presName="parentLin" presStyleCnt="0"/>
      <dgm:spPr/>
    </dgm:pt>
    <dgm:pt modelId="{8D193617-3259-4F30-A159-98347B7026C2}" type="pres">
      <dgm:prSet presAssocID="{39222CE7-3141-42EE-A6CB-25683CB548D3}" presName="parentLeftMargin" presStyleLbl="node1" presStyleIdx="1" presStyleCnt="5"/>
      <dgm:spPr/>
    </dgm:pt>
    <dgm:pt modelId="{68E54992-D9A5-4157-B73B-19D49E21C129}" type="pres">
      <dgm:prSet presAssocID="{39222CE7-3141-42EE-A6CB-25683CB548D3}" presName="parentText" presStyleLbl="node1" presStyleIdx="2" presStyleCnt="5">
        <dgm:presLayoutVars>
          <dgm:chMax val="0"/>
          <dgm:bulletEnabled val="1"/>
        </dgm:presLayoutVars>
      </dgm:prSet>
      <dgm:spPr/>
    </dgm:pt>
    <dgm:pt modelId="{452B553A-8BD6-4751-995A-39036D02D0FB}" type="pres">
      <dgm:prSet presAssocID="{39222CE7-3141-42EE-A6CB-25683CB548D3}" presName="negativeSpace" presStyleCnt="0"/>
      <dgm:spPr/>
    </dgm:pt>
    <dgm:pt modelId="{7CEA3BAF-ADEB-4B40-9765-7791C70FA0EB}" type="pres">
      <dgm:prSet presAssocID="{39222CE7-3141-42EE-A6CB-25683CB548D3}" presName="childText" presStyleLbl="conFgAcc1" presStyleIdx="2" presStyleCnt="5">
        <dgm:presLayoutVars>
          <dgm:bulletEnabled val="1"/>
        </dgm:presLayoutVars>
      </dgm:prSet>
      <dgm:spPr/>
    </dgm:pt>
    <dgm:pt modelId="{2F50666A-0781-437E-AE9A-FF0760ECA86B}" type="pres">
      <dgm:prSet presAssocID="{A118121D-FDBE-49FB-8E45-950D5A6CD32E}" presName="spaceBetweenRectangles" presStyleCnt="0"/>
      <dgm:spPr/>
    </dgm:pt>
    <dgm:pt modelId="{126BE4E9-2110-46BC-9CEC-C7756FA20EFE}" type="pres">
      <dgm:prSet presAssocID="{1E5742CE-AE08-47F8-BF7A-756F18BCEBC8}" presName="parentLin" presStyleCnt="0"/>
      <dgm:spPr/>
    </dgm:pt>
    <dgm:pt modelId="{B99F26ED-9737-4191-B4CC-E06798358D1B}" type="pres">
      <dgm:prSet presAssocID="{1E5742CE-AE08-47F8-BF7A-756F18BCEBC8}" presName="parentLeftMargin" presStyleLbl="node1" presStyleIdx="2" presStyleCnt="5"/>
      <dgm:spPr/>
    </dgm:pt>
    <dgm:pt modelId="{DFC2AA5F-F070-494B-B841-D5557127078F}" type="pres">
      <dgm:prSet presAssocID="{1E5742CE-AE08-47F8-BF7A-756F18BCEBC8}" presName="parentText" presStyleLbl="node1" presStyleIdx="3" presStyleCnt="5">
        <dgm:presLayoutVars>
          <dgm:chMax val="0"/>
          <dgm:bulletEnabled val="1"/>
        </dgm:presLayoutVars>
      </dgm:prSet>
      <dgm:spPr/>
    </dgm:pt>
    <dgm:pt modelId="{92E70A54-864C-4E71-9B2B-86DD7C689FDA}" type="pres">
      <dgm:prSet presAssocID="{1E5742CE-AE08-47F8-BF7A-756F18BCEBC8}" presName="negativeSpace" presStyleCnt="0"/>
      <dgm:spPr/>
    </dgm:pt>
    <dgm:pt modelId="{632431E1-DF79-4F17-BFFE-B4440712294C}" type="pres">
      <dgm:prSet presAssocID="{1E5742CE-AE08-47F8-BF7A-756F18BCEBC8}" presName="childText" presStyleLbl="conFgAcc1" presStyleIdx="3" presStyleCnt="5">
        <dgm:presLayoutVars>
          <dgm:bulletEnabled val="1"/>
        </dgm:presLayoutVars>
      </dgm:prSet>
      <dgm:spPr/>
    </dgm:pt>
    <dgm:pt modelId="{D1EA0283-56D8-4B68-BEE0-E03259EB66BB}" type="pres">
      <dgm:prSet presAssocID="{8C08FF11-C6A0-47B5-B188-B1D28B90DE7F}" presName="spaceBetweenRectangles" presStyleCnt="0"/>
      <dgm:spPr/>
    </dgm:pt>
    <dgm:pt modelId="{B8A709D3-D1DE-4866-8754-F10906EAB3D9}" type="pres">
      <dgm:prSet presAssocID="{4C02E96C-7AFD-40F6-B7B2-65E0D18FB9DD}" presName="parentLin" presStyleCnt="0"/>
      <dgm:spPr/>
    </dgm:pt>
    <dgm:pt modelId="{227C6442-E6AF-4BA0-A91E-EDD8FAA953CF}" type="pres">
      <dgm:prSet presAssocID="{4C02E96C-7AFD-40F6-B7B2-65E0D18FB9DD}" presName="parentLeftMargin" presStyleLbl="node1" presStyleIdx="3" presStyleCnt="5"/>
      <dgm:spPr/>
    </dgm:pt>
    <dgm:pt modelId="{4C48E87B-48B5-454D-A6AF-BD2E93572BE0}" type="pres">
      <dgm:prSet presAssocID="{4C02E96C-7AFD-40F6-B7B2-65E0D18FB9DD}" presName="parentText" presStyleLbl="node1" presStyleIdx="4" presStyleCnt="5">
        <dgm:presLayoutVars>
          <dgm:chMax val="0"/>
          <dgm:bulletEnabled val="1"/>
        </dgm:presLayoutVars>
      </dgm:prSet>
      <dgm:spPr/>
    </dgm:pt>
    <dgm:pt modelId="{68D091A5-D9B2-4FCA-9538-46515DC01E2F}" type="pres">
      <dgm:prSet presAssocID="{4C02E96C-7AFD-40F6-B7B2-65E0D18FB9DD}" presName="negativeSpace" presStyleCnt="0"/>
      <dgm:spPr/>
    </dgm:pt>
    <dgm:pt modelId="{7BDEB152-8531-4AB9-B6DC-904FBD01B009}" type="pres">
      <dgm:prSet presAssocID="{4C02E96C-7AFD-40F6-B7B2-65E0D18FB9DD}" presName="childText" presStyleLbl="conFgAcc1" presStyleIdx="4" presStyleCnt="5">
        <dgm:presLayoutVars>
          <dgm:bulletEnabled val="1"/>
        </dgm:presLayoutVars>
      </dgm:prSet>
      <dgm:spPr/>
    </dgm:pt>
  </dgm:ptLst>
  <dgm:cxnLst>
    <dgm:cxn modelId="{77606808-9579-4FEA-B5EE-97509594534B}" type="presOf" srcId="{EC5AD62B-DD86-48FA-89FA-88802ABCEE98}" destId="{68F5A471-2FA0-4CC3-9724-8F12A9D9CE66}" srcOrd="1" destOrd="0" presId="urn:microsoft.com/office/officeart/2005/8/layout/list1"/>
    <dgm:cxn modelId="{BB40610D-78E5-41F6-B1A7-A35F46A1DAB8}" srcId="{AF14096A-C1C9-4975-BE3D-B40EBDCFB9CD}" destId="{1E5742CE-AE08-47F8-BF7A-756F18BCEBC8}" srcOrd="3" destOrd="0" parTransId="{08546079-28C9-4F6B-9851-123B1BD6D951}" sibTransId="{8C08FF11-C6A0-47B5-B188-B1D28B90DE7F}"/>
    <dgm:cxn modelId="{CE4F410D-B697-42BE-9B13-01B59F577A6E}" type="presOf" srcId="{1E5742CE-AE08-47F8-BF7A-756F18BCEBC8}" destId="{DFC2AA5F-F070-494B-B841-D5557127078F}" srcOrd="1" destOrd="0" presId="urn:microsoft.com/office/officeart/2005/8/layout/list1"/>
    <dgm:cxn modelId="{7F32AA28-1C12-4D17-A010-C8EE829FF2E2}" type="presOf" srcId="{1E5742CE-AE08-47F8-BF7A-756F18BCEBC8}" destId="{B99F26ED-9737-4191-B4CC-E06798358D1B}" srcOrd="0" destOrd="0" presId="urn:microsoft.com/office/officeart/2005/8/layout/list1"/>
    <dgm:cxn modelId="{7B772C2F-64A8-463D-AB09-4989F03FDCC2}" srcId="{AF14096A-C1C9-4975-BE3D-B40EBDCFB9CD}" destId="{39222CE7-3141-42EE-A6CB-25683CB548D3}" srcOrd="2" destOrd="0" parTransId="{90EEFDEA-8E26-4588-A011-4F48BA96C9F5}" sibTransId="{A118121D-FDBE-49FB-8E45-950D5A6CD32E}"/>
    <dgm:cxn modelId="{E7A1CE3B-1CF9-4354-A729-1B03BA3C5141}" type="presOf" srcId="{4C02E96C-7AFD-40F6-B7B2-65E0D18FB9DD}" destId="{227C6442-E6AF-4BA0-A91E-EDD8FAA953CF}" srcOrd="0" destOrd="0" presId="urn:microsoft.com/office/officeart/2005/8/layout/list1"/>
    <dgm:cxn modelId="{A1A98A78-2EF0-4F20-8124-65F70FB80F0A}" type="presOf" srcId="{A9281028-9C37-445E-9D4F-630E7C987DCF}" destId="{71038AB7-B693-4889-8911-7C583F028037}" srcOrd="1" destOrd="0" presId="urn:microsoft.com/office/officeart/2005/8/layout/list1"/>
    <dgm:cxn modelId="{71CB618F-5DB6-47EA-A9E3-EFE09549C443}" srcId="{AF14096A-C1C9-4975-BE3D-B40EBDCFB9CD}" destId="{EC5AD62B-DD86-48FA-89FA-88802ABCEE98}" srcOrd="1" destOrd="0" parTransId="{6158CAB3-B39E-44B9-BB2B-60B538308BA9}" sibTransId="{AB6BF450-FB83-41DF-843D-42BEDE4AE701}"/>
    <dgm:cxn modelId="{BF808E9C-C924-4277-B057-FDEAD884C339}" type="presOf" srcId="{AF14096A-C1C9-4975-BE3D-B40EBDCFB9CD}" destId="{22EBD224-B14D-4DD3-A128-FC878A760FC8}" srcOrd="0" destOrd="0" presId="urn:microsoft.com/office/officeart/2005/8/layout/list1"/>
    <dgm:cxn modelId="{EDC9CEA4-B6E9-4EED-A188-908CB94E14BB}" type="presOf" srcId="{EC5AD62B-DD86-48FA-89FA-88802ABCEE98}" destId="{40043E89-EC99-43DF-AB4A-617DE7A9BB68}" srcOrd="0" destOrd="0" presId="urn:microsoft.com/office/officeart/2005/8/layout/list1"/>
    <dgm:cxn modelId="{F9C3A8B3-6FDC-4CFE-BE8C-FB60378E6917}" srcId="{AF14096A-C1C9-4975-BE3D-B40EBDCFB9CD}" destId="{4C02E96C-7AFD-40F6-B7B2-65E0D18FB9DD}" srcOrd="4" destOrd="0" parTransId="{168A57E8-84AD-492A-A601-D19FDEFBE6EC}" sibTransId="{83764249-7A17-4ECE-9EDC-87DDF37BF7D5}"/>
    <dgm:cxn modelId="{6ABCA3B9-1D1A-4572-9F01-5D610EFAFB54}" type="presOf" srcId="{39222CE7-3141-42EE-A6CB-25683CB548D3}" destId="{68E54992-D9A5-4157-B73B-19D49E21C129}" srcOrd="1" destOrd="0" presId="urn:microsoft.com/office/officeart/2005/8/layout/list1"/>
    <dgm:cxn modelId="{0B3555C8-6DC3-4953-849D-32A37A66AEE9}" srcId="{AF14096A-C1C9-4975-BE3D-B40EBDCFB9CD}" destId="{A9281028-9C37-445E-9D4F-630E7C987DCF}" srcOrd="0" destOrd="0" parTransId="{68664734-CC5B-47FB-AFF3-EAF038E95D40}" sibTransId="{5BB5614B-3FE1-4B5F-BD11-1FB70849A130}"/>
    <dgm:cxn modelId="{8D89DFE1-9F0F-495E-8074-77E5C15E2379}" type="presOf" srcId="{4C02E96C-7AFD-40F6-B7B2-65E0D18FB9DD}" destId="{4C48E87B-48B5-454D-A6AF-BD2E93572BE0}" srcOrd="1" destOrd="0" presId="urn:microsoft.com/office/officeart/2005/8/layout/list1"/>
    <dgm:cxn modelId="{A8F5F8EC-CC5D-4ACC-909B-200963491D1F}" type="presOf" srcId="{A9281028-9C37-445E-9D4F-630E7C987DCF}" destId="{DDE3BDD2-8B1F-45F8-A42A-75B522608B01}" srcOrd="0" destOrd="0" presId="urn:microsoft.com/office/officeart/2005/8/layout/list1"/>
    <dgm:cxn modelId="{161E0BF7-2962-4251-8A7D-E8B770CE4606}" type="presOf" srcId="{39222CE7-3141-42EE-A6CB-25683CB548D3}" destId="{8D193617-3259-4F30-A159-98347B7026C2}" srcOrd="0" destOrd="0" presId="urn:microsoft.com/office/officeart/2005/8/layout/list1"/>
    <dgm:cxn modelId="{9C4E60E0-5361-4327-BFF4-F5DBCCFE83FB}" type="presParOf" srcId="{22EBD224-B14D-4DD3-A128-FC878A760FC8}" destId="{43E3F93F-C8A1-47F6-B1F8-FAE4D7D0651C}" srcOrd="0" destOrd="0" presId="urn:microsoft.com/office/officeart/2005/8/layout/list1"/>
    <dgm:cxn modelId="{D5B3BE9C-F667-4480-975A-6D2E5B2ABC38}" type="presParOf" srcId="{43E3F93F-C8A1-47F6-B1F8-FAE4D7D0651C}" destId="{DDE3BDD2-8B1F-45F8-A42A-75B522608B01}" srcOrd="0" destOrd="0" presId="urn:microsoft.com/office/officeart/2005/8/layout/list1"/>
    <dgm:cxn modelId="{30838413-5272-48B4-9A8F-875BF0BA434B}" type="presParOf" srcId="{43E3F93F-C8A1-47F6-B1F8-FAE4D7D0651C}" destId="{71038AB7-B693-4889-8911-7C583F028037}" srcOrd="1" destOrd="0" presId="urn:microsoft.com/office/officeart/2005/8/layout/list1"/>
    <dgm:cxn modelId="{88C765CF-F712-4605-B960-0CD757B5C154}" type="presParOf" srcId="{22EBD224-B14D-4DD3-A128-FC878A760FC8}" destId="{4388B1BE-41C5-41A0-BECA-0975E8C9B596}" srcOrd="1" destOrd="0" presId="urn:microsoft.com/office/officeart/2005/8/layout/list1"/>
    <dgm:cxn modelId="{97B1C722-CF10-4446-A2A3-F8A6DD08B2B0}" type="presParOf" srcId="{22EBD224-B14D-4DD3-A128-FC878A760FC8}" destId="{B51503E7-1EB4-46E1-AB70-36DD430ADA9E}" srcOrd="2" destOrd="0" presId="urn:microsoft.com/office/officeart/2005/8/layout/list1"/>
    <dgm:cxn modelId="{E8B6661A-F424-4BF0-8871-56B2B21398C9}" type="presParOf" srcId="{22EBD224-B14D-4DD3-A128-FC878A760FC8}" destId="{4ADE97F6-87E3-4342-90D9-1C3BF247E74A}" srcOrd="3" destOrd="0" presId="urn:microsoft.com/office/officeart/2005/8/layout/list1"/>
    <dgm:cxn modelId="{EC68F899-90BC-4199-8D46-8226167D5823}" type="presParOf" srcId="{22EBD224-B14D-4DD3-A128-FC878A760FC8}" destId="{29A6BEDB-3FF2-4FB0-A314-A0A03830AFC7}" srcOrd="4" destOrd="0" presId="urn:microsoft.com/office/officeart/2005/8/layout/list1"/>
    <dgm:cxn modelId="{6094AD93-E9F9-4513-9C45-983578F64F53}" type="presParOf" srcId="{29A6BEDB-3FF2-4FB0-A314-A0A03830AFC7}" destId="{40043E89-EC99-43DF-AB4A-617DE7A9BB68}" srcOrd="0" destOrd="0" presId="urn:microsoft.com/office/officeart/2005/8/layout/list1"/>
    <dgm:cxn modelId="{73AEDFCE-EB5C-4579-9195-C9F5A8BFDF6B}" type="presParOf" srcId="{29A6BEDB-3FF2-4FB0-A314-A0A03830AFC7}" destId="{68F5A471-2FA0-4CC3-9724-8F12A9D9CE66}" srcOrd="1" destOrd="0" presId="urn:microsoft.com/office/officeart/2005/8/layout/list1"/>
    <dgm:cxn modelId="{93593D4E-FBDC-41B4-9B7E-42F4AC5C5455}" type="presParOf" srcId="{22EBD224-B14D-4DD3-A128-FC878A760FC8}" destId="{A28E3378-A32F-4C6E-849D-407EFBDC81EB}" srcOrd="5" destOrd="0" presId="urn:microsoft.com/office/officeart/2005/8/layout/list1"/>
    <dgm:cxn modelId="{8B00E476-F856-4387-8B7F-8DAAA3585847}" type="presParOf" srcId="{22EBD224-B14D-4DD3-A128-FC878A760FC8}" destId="{DAFBFAAB-1CCF-4130-8DC2-A8F511AAB9D3}" srcOrd="6" destOrd="0" presId="urn:microsoft.com/office/officeart/2005/8/layout/list1"/>
    <dgm:cxn modelId="{A6527F46-1229-4BFE-AA78-35701690CF57}" type="presParOf" srcId="{22EBD224-B14D-4DD3-A128-FC878A760FC8}" destId="{2E9CB637-C2E4-4E0F-9738-53837204F63A}" srcOrd="7" destOrd="0" presId="urn:microsoft.com/office/officeart/2005/8/layout/list1"/>
    <dgm:cxn modelId="{73D70491-907B-40D3-9956-67F34AF97E36}" type="presParOf" srcId="{22EBD224-B14D-4DD3-A128-FC878A760FC8}" destId="{36914BD4-A956-4F1E-8649-D2AE41257BB0}" srcOrd="8" destOrd="0" presId="urn:microsoft.com/office/officeart/2005/8/layout/list1"/>
    <dgm:cxn modelId="{1651C422-1495-4DB6-9E02-8215B2EAC8DC}" type="presParOf" srcId="{36914BD4-A956-4F1E-8649-D2AE41257BB0}" destId="{8D193617-3259-4F30-A159-98347B7026C2}" srcOrd="0" destOrd="0" presId="urn:microsoft.com/office/officeart/2005/8/layout/list1"/>
    <dgm:cxn modelId="{DC1F38A0-3840-4B31-A3F7-2F883AF2981E}" type="presParOf" srcId="{36914BD4-A956-4F1E-8649-D2AE41257BB0}" destId="{68E54992-D9A5-4157-B73B-19D49E21C129}" srcOrd="1" destOrd="0" presId="urn:microsoft.com/office/officeart/2005/8/layout/list1"/>
    <dgm:cxn modelId="{1C376C1B-81EC-45EA-B318-CEEB62F4C046}" type="presParOf" srcId="{22EBD224-B14D-4DD3-A128-FC878A760FC8}" destId="{452B553A-8BD6-4751-995A-39036D02D0FB}" srcOrd="9" destOrd="0" presId="urn:microsoft.com/office/officeart/2005/8/layout/list1"/>
    <dgm:cxn modelId="{2B68D0E7-A147-4D54-85BD-3FA8B9E7111F}" type="presParOf" srcId="{22EBD224-B14D-4DD3-A128-FC878A760FC8}" destId="{7CEA3BAF-ADEB-4B40-9765-7791C70FA0EB}" srcOrd="10" destOrd="0" presId="urn:microsoft.com/office/officeart/2005/8/layout/list1"/>
    <dgm:cxn modelId="{75349B71-948C-46BF-B5F7-D015FD4F92F5}" type="presParOf" srcId="{22EBD224-B14D-4DD3-A128-FC878A760FC8}" destId="{2F50666A-0781-437E-AE9A-FF0760ECA86B}" srcOrd="11" destOrd="0" presId="urn:microsoft.com/office/officeart/2005/8/layout/list1"/>
    <dgm:cxn modelId="{8DAF86A3-684C-4584-9E67-D0311E214A43}" type="presParOf" srcId="{22EBD224-B14D-4DD3-A128-FC878A760FC8}" destId="{126BE4E9-2110-46BC-9CEC-C7756FA20EFE}" srcOrd="12" destOrd="0" presId="urn:microsoft.com/office/officeart/2005/8/layout/list1"/>
    <dgm:cxn modelId="{7A0F8347-28B5-4803-A303-45EEF5DBE71C}" type="presParOf" srcId="{126BE4E9-2110-46BC-9CEC-C7756FA20EFE}" destId="{B99F26ED-9737-4191-B4CC-E06798358D1B}" srcOrd="0" destOrd="0" presId="urn:microsoft.com/office/officeart/2005/8/layout/list1"/>
    <dgm:cxn modelId="{7C4E48A4-83A9-483A-86FF-4EF339484EC1}" type="presParOf" srcId="{126BE4E9-2110-46BC-9CEC-C7756FA20EFE}" destId="{DFC2AA5F-F070-494B-B841-D5557127078F}" srcOrd="1" destOrd="0" presId="urn:microsoft.com/office/officeart/2005/8/layout/list1"/>
    <dgm:cxn modelId="{0106C4B5-5E1A-4B8D-AF82-CAFD1079EBE0}" type="presParOf" srcId="{22EBD224-B14D-4DD3-A128-FC878A760FC8}" destId="{92E70A54-864C-4E71-9B2B-86DD7C689FDA}" srcOrd="13" destOrd="0" presId="urn:microsoft.com/office/officeart/2005/8/layout/list1"/>
    <dgm:cxn modelId="{23E6A269-AF4C-4D87-92F5-DB984DCC7E9B}" type="presParOf" srcId="{22EBD224-B14D-4DD3-A128-FC878A760FC8}" destId="{632431E1-DF79-4F17-BFFE-B4440712294C}" srcOrd="14" destOrd="0" presId="urn:microsoft.com/office/officeart/2005/8/layout/list1"/>
    <dgm:cxn modelId="{9C86E1E5-AE64-4144-8866-4FC631CABE53}" type="presParOf" srcId="{22EBD224-B14D-4DD3-A128-FC878A760FC8}" destId="{D1EA0283-56D8-4B68-BEE0-E03259EB66BB}" srcOrd="15" destOrd="0" presId="urn:microsoft.com/office/officeart/2005/8/layout/list1"/>
    <dgm:cxn modelId="{0C68D452-C1E3-49F0-A99E-DF8C9F198DB7}" type="presParOf" srcId="{22EBD224-B14D-4DD3-A128-FC878A760FC8}" destId="{B8A709D3-D1DE-4866-8754-F10906EAB3D9}" srcOrd="16" destOrd="0" presId="urn:microsoft.com/office/officeart/2005/8/layout/list1"/>
    <dgm:cxn modelId="{D008CB03-0E52-4AB6-B3E8-B326D505DD58}" type="presParOf" srcId="{B8A709D3-D1DE-4866-8754-F10906EAB3D9}" destId="{227C6442-E6AF-4BA0-A91E-EDD8FAA953CF}" srcOrd="0" destOrd="0" presId="urn:microsoft.com/office/officeart/2005/8/layout/list1"/>
    <dgm:cxn modelId="{6D2BE2B9-973C-4E48-91F0-41339BFDE5AB}" type="presParOf" srcId="{B8A709D3-D1DE-4866-8754-F10906EAB3D9}" destId="{4C48E87B-48B5-454D-A6AF-BD2E93572BE0}" srcOrd="1" destOrd="0" presId="urn:microsoft.com/office/officeart/2005/8/layout/list1"/>
    <dgm:cxn modelId="{80029929-9EEE-4C16-ADC6-34064B2CC974}" type="presParOf" srcId="{22EBD224-B14D-4DD3-A128-FC878A760FC8}" destId="{68D091A5-D9B2-4FCA-9538-46515DC01E2F}" srcOrd="17" destOrd="0" presId="urn:microsoft.com/office/officeart/2005/8/layout/list1"/>
    <dgm:cxn modelId="{439C3218-A994-4DEF-A886-D87A690A9406}" type="presParOf" srcId="{22EBD224-B14D-4DD3-A128-FC878A760FC8}" destId="{7BDEB152-8531-4AB9-B6DC-904FBD01B009}" srcOrd="18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F4B527A-A860-48BE-935D-3B0DC7AE311E}">
      <dsp:nvSpPr>
        <dsp:cNvPr id="0" name=""/>
        <dsp:cNvSpPr/>
      </dsp:nvSpPr>
      <dsp:spPr>
        <a:xfrm>
          <a:off x="0" y="582"/>
          <a:ext cx="5614987" cy="1363556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8EB243D-5D9C-496E-A57F-8904D5991D88}">
      <dsp:nvSpPr>
        <dsp:cNvPr id="0" name=""/>
        <dsp:cNvSpPr/>
      </dsp:nvSpPr>
      <dsp:spPr>
        <a:xfrm>
          <a:off x="412475" y="307382"/>
          <a:ext cx="749956" cy="749956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9050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E6DF921-23D1-4696-A711-5C506EDAF3C2}">
      <dsp:nvSpPr>
        <dsp:cNvPr id="0" name=""/>
        <dsp:cNvSpPr/>
      </dsp:nvSpPr>
      <dsp:spPr>
        <a:xfrm>
          <a:off x="1574907" y="582"/>
          <a:ext cx="4040079" cy="136355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4310" tIns="144310" rIns="144310" bIns="144310" numCol="1" spcCol="1270" anchor="ctr" anchorCtr="0">
          <a:noAutofit/>
        </a:bodyPr>
        <a:lstStyle/>
        <a:p>
          <a:pPr marL="0" lvl="0" indent="0" algn="l" defTabSz="11112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AT" sz="2500" b="0" i="0" kern="1200"/>
            <a:t>Reales Open-Source-Projekt</a:t>
          </a:r>
          <a:endParaRPr lang="en-US" sz="2500" kern="1200"/>
        </a:p>
      </dsp:txBody>
      <dsp:txXfrm>
        <a:off x="1574907" y="582"/>
        <a:ext cx="4040079" cy="1363556"/>
      </dsp:txXfrm>
    </dsp:sp>
    <dsp:sp modelId="{D2359E34-F02D-43CE-8A96-410865D91CC9}">
      <dsp:nvSpPr>
        <dsp:cNvPr id="0" name=""/>
        <dsp:cNvSpPr/>
      </dsp:nvSpPr>
      <dsp:spPr>
        <a:xfrm>
          <a:off x="0" y="1705028"/>
          <a:ext cx="5614987" cy="1363556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74BEED4-5A62-414F-9421-8EEEC72B0CD0}">
      <dsp:nvSpPr>
        <dsp:cNvPr id="0" name=""/>
        <dsp:cNvSpPr/>
      </dsp:nvSpPr>
      <dsp:spPr>
        <a:xfrm>
          <a:off x="412475" y="2011828"/>
          <a:ext cx="749956" cy="749956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14F5210-A7BB-44CE-AEDD-83DC0DBF0BD8}">
      <dsp:nvSpPr>
        <dsp:cNvPr id="0" name=""/>
        <dsp:cNvSpPr/>
      </dsp:nvSpPr>
      <dsp:spPr>
        <a:xfrm>
          <a:off x="1574907" y="1705028"/>
          <a:ext cx="4040079" cy="136355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4310" tIns="144310" rIns="144310" bIns="144310" numCol="1" spcCol="1270" anchor="ctr" anchorCtr="0">
          <a:noAutofit/>
        </a:bodyPr>
        <a:lstStyle/>
        <a:p>
          <a:pPr marL="0" lvl="0" indent="0" algn="l" defTabSz="11112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AT" sz="2500" b="0" i="0" kern="1200"/>
            <a:t>Bereits produktiv im Einsatz</a:t>
          </a:r>
          <a:endParaRPr lang="en-US" sz="2500" kern="1200"/>
        </a:p>
      </dsp:txBody>
      <dsp:txXfrm>
        <a:off x="1574907" y="1705028"/>
        <a:ext cx="4040079" cy="1363556"/>
      </dsp:txXfrm>
    </dsp:sp>
    <dsp:sp modelId="{8C16CFDA-D607-4C46-ABFF-A3F02AA3E380}">
      <dsp:nvSpPr>
        <dsp:cNvPr id="0" name=""/>
        <dsp:cNvSpPr/>
      </dsp:nvSpPr>
      <dsp:spPr>
        <a:xfrm>
          <a:off x="0" y="3409473"/>
          <a:ext cx="5614987" cy="1363556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1CAB284-AAF0-4615-8E45-C83A7DD453FA}">
      <dsp:nvSpPr>
        <dsp:cNvPr id="0" name=""/>
        <dsp:cNvSpPr/>
      </dsp:nvSpPr>
      <dsp:spPr>
        <a:xfrm>
          <a:off x="412475" y="3716274"/>
          <a:ext cx="749956" cy="749956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19050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A6BE4EF-9F24-4864-A953-3A5069B62BED}">
      <dsp:nvSpPr>
        <dsp:cNvPr id="0" name=""/>
        <dsp:cNvSpPr/>
      </dsp:nvSpPr>
      <dsp:spPr>
        <a:xfrm>
          <a:off x="1574907" y="3409473"/>
          <a:ext cx="4040079" cy="136355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4310" tIns="144310" rIns="144310" bIns="144310" numCol="1" spcCol="1270" anchor="ctr" anchorCtr="0">
          <a:noAutofit/>
        </a:bodyPr>
        <a:lstStyle/>
        <a:p>
          <a:pPr marL="0" lvl="0" indent="0" algn="l" defTabSz="11112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AT" sz="2500" b="0" i="0" kern="1200" dirty="0"/>
            <a:t>Viele sinnvolle Testmöglichkeiten</a:t>
          </a:r>
          <a:endParaRPr lang="en-US" sz="2500" kern="1200" dirty="0"/>
        </a:p>
      </dsp:txBody>
      <dsp:txXfrm>
        <a:off x="1574907" y="3409473"/>
        <a:ext cx="4040079" cy="1363556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4D2FAE3-32EA-4440-B363-767E28A94C8F}">
      <dsp:nvSpPr>
        <dsp:cNvPr id="0" name=""/>
        <dsp:cNvSpPr/>
      </dsp:nvSpPr>
      <dsp:spPr>
        <a:xfrm>
          <a:off x="0" y="11076"/>
          <a:ext cx="5614987" cy="863460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37160" tIns="137160" rIns="137160" bIns="137160" numCol="1" spcCol="1270" anchor="ctr" anchorCtr="0">
          <a:noAutofit/>
        </a:bodyPr>
        <a:lstStyle/>
        <a:p>
          <a:pPr marL="0" lvl="0" indent="0" algn="l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AT" sz="3600" b="0" i="0" kern="1200"/>
            <a:t>Unit + Integration</a:t>
          </a:r>
          <a:endParaRPr lang="en-US" sz="3600" kern="1200"/>
        </a:p>
      </dsp:txBody>
      <dsp:txXfrm>
        <a:off x="42151" y="53227"/>
        <a:ext cx="5530685" cy="779158"/>
      </dsp:txXfrm>
    </dsp:sp>
    <dsp:sp modelId="{8818F11D-0782-4A97-88E8-C5D529A53ECC}">
      <dsp:nvSpPr>
        <dsp:cNvPr id="0" name=""/>
        <dsp:cNvSpPr/>
      </dsp:nvSpPr>
      <dsp:spPr>
        <a:xfrm>
          <a:off x="0" y="874536"/>
          <a:ext cx="5614987" cy="96876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78276" tIns="45720" rIns="256032" bIns="45720" numCol="1" spcCol="1270" anchor="t" anchorCtr="0">
          <a:noAutofit/>
        </a:bodyPr>
        <a:lstStyle/>
        <a:p>
          <a:pPr marL="285750" lvl="1" indent="-285750" algn="l" defTabSz="12446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de-AT" sz="2800" b="0" i="0" kern="1200"/>
            <a:t>Vitest</a:t>
          </a:r>
          <a:endParaRPr lang="en-US" sz="2800" kern="1200"/>
        </a:p>
        <a:p>
          <a:pPr marL="285750" lvl="1" indent="-285750" algn="l" defTabSz="12446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de-AT" sz="2800" b="0" i="0" kern="1200"/>
            <a:t>React Testing Library</a:t>
          </a:r>
          <a:endParaRPr lang="en-US" sz="2800" kern="1200"/>
        </a:p>
      </dsp:txBody>
      <dsp:txXfrm>
        <a:off x="0" y="874536"/>
        <a:ext cx="5614987" cy="968760"/>
      </dsp:txXfrm>
    </dsp:sp>
    <dsp:sp modelId="{DECA9319-57E6-429D-90BD-6B3E8E403D0F}">
      <dsp:nvSpPr>
        <dsp:cNvPr id="0" name=""/>
        <dsp:cNvSpPr/>
      </dsp:nvSpPr>
      <dsp:spPr>
        <a:xfrm>
          <a:off x="0" y="1843296"/>
          <a:ext cx="5614987" cy="863460"/>
        </a:xfrm>
        <a:prstGeom prst="roundRect">
          <a:avLst/>
        </a:prstGeom>
        <a:solidFill>
          <a:schemeClr val="accent2">
            <a:hueOff val="677407"/>
            <a:satOff val="-3316"/>
            <a:lumOff val="1862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37160" tIns="137160" rIns="137160" bIns="137160" numCol="1" spcCol="1270" anchor="ctr" anchorCtr="0">
          <a:noAutofit/>
        </a:bodyPr>
        <a:lstStyle/>
        <a:p>
          <a:pPr marL="0" lvl="0" indent="0" algn="l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AT" sz="3600" b="0" i="0" kern="1200"/>
            <a:t>E2E</a:t>
          </a:r>
          <a:endParaRPr lang="en-US" sz="3600" kern="1200"/>
        </a:p>
      </dsp:txBody>
      <dsp:txXfrm>
        <a:off x="42151" y="1885447"/>
        <a:ext cx="5530685" cy="779158"/>
      </dsp:txXfrm>
    </dsp:sp>
    <dsp:sp modelId="{76CCAB8E-EEA3-422B-9DF6-E8362163BD71}">
      <dsp:nvSpPr>
        <dsp:cNvPr id="0" name=""/>
        <dsp:cNvSpPr/>
      </dsp:nvSpPr>
      <dsp:spPr>
        <a:xfrm>
          <a:off x="0" y="2706756"/>
          <a:ext cx="5614987" cy="59616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78276" tIns="45720" rIns="256032" bIns="45720" numCol="1" spcCol="1270" anchor="t" anchorCtr="0">
          <a:noAutofit/>
        </a:bodyPr>
        <a:lstStyle/>
        <a:p>
          <a:pPr marL="285750" lvl="1" indent="-285750" algn="l" defTabSz="12446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de-AT" sz="2800" b="0" i="0" kern="1200"/>
            <a:t>Playwright</a:t>
          </a:r>
          <a:endParaRPr lang="en-US" sz="2800" kern="1200"/>
        </a:p>
      </dsp:txBody>
      <dsp:txXfrm>
        <a:off x="0" y="2706756"/>
        <a:ext cx="5614987" cy="596160"/>
      </dsp:txXfrm>
    </dsp:sp>
    <dsp:sp modelId="{3D528C9E-6269-4759-8D62-998954294197}">
      <dsp:nvSpPr>
        <dsp:cNvPr id="0" name=""/>
        <dsp:cNvSpPr/>
      </dsp:nvSpPr>
      <dsp:spPr>
        <a:xfrm>
          <a:off x="0" y="3302916"/>
          <a:ext cx="5614987" cy="863460"/>
        </a:xfrm>
        <a:prstGeom prst="roundRect">
          <a:avLst/>
        </a:prstGeom>
        <a:solidFill>
          <a:schemeClr val="accent2">
            <a:hueOff val="1354814"/>
            <a:satOff val="-6632"/>
            <a:lumOff val="3725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37160" tIns="137160" rIns="137160" bIns="137160" numCol="1" spcCol="1270" anchor="ctr" anchorCtr="0">
          <a:noAutofit/>
        </a:bodyPr>
        <a:lstStyle/>
        <a:p>
          <a:pPr marL="0" lvl="0" indent="0" algn="l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AT" sz="3600" b="0" i="0" kern="1200"/>
            <a:t>Load</a:t>
          </a:r>
          <a:endParaRPr lang="en-US" sz="3600" kern="1200"/>
        </a:p>
      </dsp:txBody>
      <dsp:txXfrm>
        <a:off x="42151" y="3345067"/>
        <a:ext cx="5530685" cy="779158"/>
      </dsp:txXfrm>
    </dsp:sp>
    <dsp:sp modelId="{0A177EAD-5FD3-4E76-BF8C-793AD1B9AD32}">
      <dsp:nvSpPr>
        <dsp:cNvPr id="0" name=""/>
        <dsp:cNvSpPr/>
      </dsp:nvSpPr>
      <dsp:spPr>
        <a:xfrm>
          <a:off x="0" y="4166376"/>
          <a:ext cx="5614987" cy="59616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78276" tIns="45720" rIns="256032" bIns="45720" numCol="1" spcCol="1270" anchor="t" anchorCtr="0">
          <a:noAutofit/>
        </a:bodyPr>
        <a:lstStyle/>
        <a:p>
          <a:pPr marL="285750" lvl="1" indent="-285750" algn="l" defTabSz="12446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de-AT" sz="2800" b="0" i="0" kern="1200"/>
            <a:t>Artillery</a:t>
          </a:r>
          <a:endParaRPr lang="en-US" sz="2800" kern="1200"/>
        </a:p>
      </dsp:txBody>
      <dsp:txXfrm>
        <a:off x="0" y="4166376"/>
        <a:ext cx="5614987" cy="596160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E25802B-E4B5-494B-87A0-4687D014A21A}">
      <dsp:nvSpPr>
        <dsp:cNvPr id="0" name=""/>
        <dsp:cNvSpPr/>
      </dsp:nvSpPr>
      <dsp:spPr>
        <a:xfrm>
          <a:off x="0" y="90456"/>
          <a:ext cx="5614987" cy="647595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2870" tIns="102870" rIns="102870" bIns="102870" numCol="1" spcCol="1270" anchor="ctr" anchorCtr="0">
          <a:noAutofit/>
        </a:bodyPr>
        <a:lstStyle/>
        <a:p>
          <a:pPr marL="0" lvl="0" indent="0" algn="l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AT" sz="2700" b="0" i="0" kern="1200"/>
            <a:t>triangle.test.ts</a:t>
          </a:r>
          <a:endParaRPr lang="en-US" sz="2700" kern="1200"/>
        </a:p>
      </dsp:txBody>
      <dsp:txXfrm>
        <a:off x="31613" y="122069"/>
        <a:ext cx="5551761" cy="584369"/>
      </dsp:txXfrm>
    </dsp:sp>
    <dsp:sp modelId="{809CD621-E005-44A2-9F37-84BDC5A11CCB}">
      <dsp:nvSpPr>
        <dsp:cNvPr id="0" name=""/>
        <dsp:cNvSpPr/>
      </dsp:nvSpPr>
      <dsp:spPr>
        <a:xfrm>
          <a:off x="0" y="738051"/>
          <a:ext cx="5614987" cy="184436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78276" tIns="34290" rIns="192024" bIns="34290" numCol="1" spcCol="1270" anchor="t" anchorCtr="0">
          <a:noAutofit/>
        </a:bodyPr>
        <a:lstStyle/>
        <a:p>
          <a:pPr marL="228600" lvl="1" indent="-228600" algn="l" defTabSz="9334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de-AT" sz="2100" b="0" i="0" kern="1200"/>
            <a:t>Punkt innerhalb Dreieck</a:t>
          </a:r>
          <a:endParaRPr lang="en-US" sz="2100" kern="1200"/>
        </a:p>
        <a:p>
          <a:pPr marL="228600" lvl="1" indent="-228600" algn="l" defTabSz="9334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de-AT" sz="2100" b="0" i="0" kern="1200"/>
            <a:t>Punkt außerhalb</a:t>
          </a:r>
          <a:endParaRPr lang="en-US" sz="2100" kern="1200"/>
        </a:p>
        <a:p>
          <a:pPr marL="228600" lvl="1" indent="-228600" algn="l" defTabSz="9334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de-AT" sz="2100" b="0" i="0" kern="1200"/>
            <a:t>Punkt auf Kante</a:t>
          </a:r>
          <a:endParaRPr lang="en-US" sz="2100" kern="1200"/>
        </a:p>
        <a:p>
          <a:pPr marL="228600" lvl="1" indent="-228600" algn="l" defTabSz="9334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de-AT" sz="2100" b="0" i="0" kern="1200"/>
            <a:t>Punkt auf Eckpunkt</a:t>
          </a:r>
          <a:endParaRPr lang="en-US" sz="2100" kern="1200"/>
        </a:p>
        <a:p>
          <a:pPr marL="228600" lvl="1" indent="-228600" algn="l" defTabSz="9334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de-AT" sz="2100" b="0" i="0" kern="1200"/>
            <a:t>Negative Koordinaten</a:t>
          </a:r>
          <a:endParaRPr lang="en-US" sz="2100" kern="1200"/>
        </a:p>
      </dsp:txBody>
      <dsp:txXfrm>
        <a:off x="0" y="738051"/>
        <a:ext cx="5614987" cy="1844369"/>
      </dsp:txXfrm>
    </dsp:sp>
    <dsp:sp modelId="{0D72E330-FAAE-44CD-8BE2-60BE227B2CD0}">
      <dsp:nvSpPr>
        <dsp:cNvPr id="0" name=""/>
        <dsp:cNvSpPr/>
      </dsp:nvSpPr>
      <dsp:spPr>
        <a:xfrm>
          <a:off x="0" y="2582421"/>
          <a:ext cx="5614987" cy="647595"/>
        </a:xfrm>
        <a:prstGeom prst="roundRect">
          <a:avLst/>
        </a:prstGeom>
        <a:solidFill>
          <a:schemeClr val="accent2">
            <a:hueOff val="1354814"/>
            <a:satOff val="-6632"/>
            <a:lumOff val="3725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2870" tIns="102870" rIns="102870" bIns="102870" numCol="1" spcCol="1270" anchor="ctr" anchorCtr="0">
          <a:noAutofit/>
        </a:bodyPr>
        <a:lstStyle/>
        <a:p>
          <a:pPr marL="0" lvl="0" indent="0" algn="l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AT" sz="2700" b="0" i="0" kern="1200"/>
            <a:t>polygon.test.ts</a:t>
          </a:r>
          <a:endParaRPr lang="en-US" sz="2700" kern="1200"/>
        </a:p>
      </dsp:txBody>
      <dsp:txXfrm>
        <a:off x="31613" y="2614034"/>
        <a:ext cx="5551761" cy="584369"/>
      </dsp:txXfrm>
    </dsp:sp>
    <dsp:sp modelId="{9801FDA6-6044-4B93-B4C5-DC7988F7AF8D}">
      <dsp:nvSpPr>
        <dsp:cNvPr id="0" name=""/>
        <dsp:cNvSpPr/>
      </dsp:nvSpPr>
      <dsp:spPr>
        <a:xfrm>
          <a:off x="0" y="3230016"/>
          <a:ext cx="5614987" cy="145314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78276" tIns="34290" rIns="192024" bIns="34290" numCol="1" spcCol="1270" anchor="t" anchorCtr="0">
          <a:noAutofit/>
        </a:bodyPr>
        <a:lstStyle/>
        <a:p>
          <a:pPr marL="228600" lvl="1" indent="-228600" algn="l" defTabSz="9334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de-AT" sz="2100" b="0" i="0" kern="1200"/>
            <a:t>Polygon schließen</a:t>
          </a:r>
          <a:endParaRPr lang="en-US" sz="2100" kern="1200"/>
        </a:p>
        <a:p>
          <a:pPr marL="228600" lvl="1" indent="-228600" algn="l" defTabSz="9334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de-AT" sz="2100" b="0" i="0" kern="1200"/>
            <a:t>Innen-/Außenerkennung</a:t>
          </a:r>
          <a:endParaRPr lang="en-US" sz="2100" kern="1200"/>
        </a:p>
        <a:p>
          <a:pPr marL="228600" lvl="1" indent="-228600" algn="l" defTabSz="9334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de-AT" sz="2100" b="0" i="0" kern="1200"/>
            <a:t>Randpunkte</a:t>
          </a:r>
          <a:endParaRPr lang="en-US" sz="2100" kern="1200"/>
        </a:p>
        <a:p>
          <a:pPr marL="228600" lvl="1" indent="-228600" algn="l" defTabSz="9334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de-AT" sz="2100" b="0" i="0" kern="1200"/>
            <a:t>Winding Algorithmus</a:t>
          </a:r>
          <a:endParaRPr lang="en-US" sz="2100" kern="1200"/>
        </a:p>
      </dsp:txBody>
      <dsp:txXfrm>
        <a:off x="0" y="3230016"/>
        <a:ext cx="5614987" cy="1453140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732F684-1F58-4102-84CE-4904B8699288}">
      <dsp:nvSpPr>
        <dsp:cNvPr id="0" name=""/>
        <dsp:cNvSpPr/>
      </dsp:nvSpPr>
      <dsp:spPr>
        <a:xfrm>
          <a:off x="0" y="12156"/>
          <a:ext cx="5614987" cy="719549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0" tIns="114300" rIns="114300" bIns="114300" numCol="1" spcCol="1270" anchor="ctr" anchorCtr="0">
          <a:noAutofit/>
        </a:bodyPr>
        <a:lstStyle/>
        <a:p>
          <a:pPr marL="0" lvl="0" indent="0" algn="l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3000" b="0" i="0" kern="1200"/>
            <a:t>Rechteck zeichnen</a:t>
          </a:r>
          <a:endParaRPr lang="en-US" sz="3000" kern="1200"/>
        </a:p>
      </dsp:txBody>
      <dsp:txXfrm>
        <a:off x="35125" y="47281"/>
        <a:ext cx="5544737" cy="649299"/>
      </dsp:txXfrm>
    </dsp:sp>
    <dsp:sp modelId="{B9CBEE8E-8BDD-43E5-AACF-575FC01A4DF2}">
      <dsp:nvSpPr>
        <dsp:cNvPr id="0" name=""/>
        <dsp:cNvSpPr/>
      </dsp:nvSpPr>
      <dsp:spPr>
        <a:xfrm>
          <a:off x="0" y="818106"/>
          <a:ext cx="5614987" cy="719549"/>
        </a:xfrm>
        <a:prstGeom prst="roundRect">
          <a:avLst/>
        </a:prstGeom>
        <a:solidFill>
          <a:schemeClr val="accent2">
            <a:hueOff val="270963"/>
            <a:satOff val="-1326"/>
            <a:lumOff val="745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0" tIns="114300" rIns="114300" bIns="114300" numCol="1" spcCol="1270" anchor="ctr" anchorCtr="0">
          <a:noAutofit/>
        </a:bodyPr>
        <a:lstStyle/>
        <a:p>
          <a:pPr marL="0" lvl="0" indent="0" algn="l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3000" b="0" i="0" kern="1200"/>
            <a:t>Hintergrundfarbe ändern</a:t>
          </a:r>
          <a:endParaRPr lang="en-US" sz="3000" kern="1200"/>
        </a:p>
      </dsp:txBody>
      <dsp:txXfrm>
        <a:off x="35125" y="853231"/>
        <a:ext cx="5544737" cy="649299"/>
      </dsp:txXfrm>
    </dsp:sp>
    <dsp:sp modelId="{258E9A74-E28C-4676-844E-55B722C70783}">
      <dsp:nvSpPr>
        <dsp:cNvPr id="0" name=""/>
        <dsp:cNvSpPr/>
      </dsp:nvSpPr>
      <dsp:spPr>
        <a:xfrm>
          <a:off x="0" y="1624056"/>
          <a:ext cx="5614987" cy="719549"/>
        </a:xfrm>
        <a:prstGeom prst="roundRect">
          <a:avLst/>
        </a:prstGeom>
        <a:solidFill>
          <a:schemeClr val="accent2">
            <a:hueOff val="541926"/>
            <a:satOff val="-2653"/>
            <a:lumOff val="149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0" tIns="114300" rIns="114300" bIns="114300" numCol="1" spcCol="1270" anchor="ctr" anchorCtr="0">
          <a:noAutofit/>
        </a:bodyPr>
        <a:lstStyle/>
        <a:p>
          <a:pPr marL="0" lvl="0" indent="0" algn="l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3000" b="0" i="0" kern="1200"/>
            <a:t>Linienfarbe ändern</a:t>
          </a:r>
          <a:endParaRPr lang="en-US" sz="3000" kern="1200"/>
        </a:p>
      </dsp:txBody>
      <dsp:txXfrm>
        <a:off x="35125" y="1659181"/>
        <a:ext cx="5544737" cy="649299"/>
      </dsp:txXfrm>
    </dsp:sp>
    <dsp:sp modelId="{A995D6C5-81F4-45F6-8446-F242837CB7FD}">
      <dsp:nvSpPr>
        <dsp:cNvPr id="0" name=""/>
        <dsp:cNvSpPr/>
      </dsp:nvSpPr>
      <dsp:spPr>
        <a:xfrm>
          <a:off x="0" y="2430006"/>
          <a:ext cx="5614987" cy="719549"/>
        </a:xfrm>
        <a:prstGeom prst="roundRect">
          <a:avLst/>
        </a:prstGeom>
        <a:solidFill>
          <a:schemeClr val="accent2">
            <a:hueOff val="812888"/>
            <a:satOff val="-3979"/>
            <a:lumOff val="2235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0" tIns="114300" rIns="114300" bIns="114300" numCol="1" spcCol="1270" anchor="ctr" anchorCtr="0">
          <a:noAutofit/>
        </a:bodyPr>
        <a:lstStyle/>
        <a:p>
          <a:pPr marL="0" lvl="0" indent="0" algn="l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3000" b="0" i="0" kern="1200"/>
            <a:t>Elemente speichern</a:t>
          </a:r>
          <a:endParaRPr lang="en-US" sz="3000" kern="1200"/>
        </a:p>
      </dsp:txBody>
      <dsp:txXfrm>
        <a:off x="35125" y="2465131"/>
        <a:ext cx="5544737" cy="649299"/>
      </dsp:txXfrm>
    </dsp:sp>
    <dsp:sp modelId="{E566C0D1-D211-4682-A423-86223EEC5BEF}">
      <dsp:nvSpPr>
        <dsp:cNvPr id="0" name=""/>
        <dsp:cNvSpPr/>
      </dsp:nvSpPr>
      <dsp:spPr>
        <a:xfrm>
          <a:off x="0" y="3235956"/>
          <a:ext cx="5614987" cy="719549"/>
        </a:xfrm>
        <a:prstGeom prst="roundRect">
          <a:avLst/>
        </a:prstGeom>
        <a:solidFill>
          <a:schemeClr val="accent2">
            <a:hueOff val="1083851"/>
            <a:satOff val="-5306"/>
            <a:lumOff val="298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0" tIns="114300" rIns="114300" bIns="114300" numCol="1" spcCol="1270" anchor="ctr" anchorCtr="0">
          <a:noAutofit/>
        </a:bodyPr>
        <a:lstStyle/>
        <a:p>
          <a:pPr marL="0" lvl="0" indent="0" algn="l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3000" b="0" i="0" kern="1200"/>
            <a:t>Mehrere Elemente färben</a:t>
          </a:r>
          <a:endParaRPr lang="en-US" sz="3000" kern="1200"/>
        </a:p>
      </dsp:txBody>
      <dsp:txXfrm>
        <a:off x="35125" y="3271081"/>
        <a:ext cx="5544737" cy="649299"/>
      </dsp:txXfrm>
    </dsp:sp>
    <dsp:sp modelId="{85E1AA58-1EE7-41B2-887B-F36DB847A5E6}">
      <dsp:nvSpPr>
        <dsp:cNvPr id="0" name=""/>
        <dsp:cNvSpPr/>
      </dsp:nvSpPr>
      <dsp:spPr>
        <a:xfrm>
          <a:off x="0" y="4041906"/>
          <a:ext cx="5614987" cy="719549"/>
        </a:xfrm>
        <a:prstGeom prst="roundRect">
          <a:avLst/>
        </a:prstGeom>
        <a:solidFill>
          <a:schemeClr val="accent2">
            <a:hueOff val="1354814"/>
            <a:satOff val="-6632"/>
            <a:lumOff val="3725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0" tIns="114300" rIns="114300" bIns="114300" numCol="1" spcCol="1270" anchor="ctr" anchorCtr="0">
          <a:noAutofit/>
        </a:bodyPr>
        <a:lstStyle/>
        <a:p>
          <a:pPr marL="0" lvl="0" indent="0" algn="l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3000" b="0" i="0" kern="1200"/>
            <a:t>Löschen + Undo</a:t>
          </a:r>
          <a:endParaRPr lang="en-US" sz="3000" kern="1200"/>
        </a:p>
      </dsp:txBody>
      <dsp:txXfrm>
        <a:off x="35125" y="4077031"/>
        <a:ext cx="5544737" cy="649299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F9321DA-0657-4CEC-B242-F3B4B93FAE1E}">
      <dsp:nvSpPr>
        <dsp:cNvPr id="0" name=""/>
        <dsp:cNvSpPr/>
      </dsp:nvSpPr>
      <dsp:spPr>
        <a:xfrm>
          <a:off x="0" y="138336"/>
          <a:ext cx="5614987" cy="1031354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63830" tIns="163830" rIns="163830" bIns="163830" numCol="1" spcCol="1270" anchor="ctr" anchorCtr="0">
          <a:noAutofit/>
        </a:bodyPr>
        <a:lstStyle/>
        <a:p>
          <a:pPr marL="0" lvl="0" indent="0" algn="l" defTabSz="1911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AT" sz="4300" b="0" i="0" kern="1200"/>
            <a:t>Rechteck zeichnen</a:t>
          </a:r>
          <a:endParaRPr lang="en-US" sz="4300" kern="1200"/>
        </a:p>
      </dsp:txBody>
      <dsp:txXfrm>
        <a:off x="50347" y="188683"/>
        <a:ext cx="5514293" cy="930660"/>
      </dsp:txXfrm>
    </dsp:sp>
    <dsp:sp modelId="{E9614478-2616-4CD6-AD2E-CA17F68CA87F}">
      <dsp:nvSpPr>
        <dsp:cNvPr id="0" name=""/>
        <dsp:cNvSpPr/>
      </dsp:nvSpPr>
      <dsp:spPr>
        <a:xfrm>
          <a:off x="0" y="1293531"/>
          <a:ext cx="5614987" cy="1031354"/>
        </a:xfrm>
        <a:prstGeom prst="roundRect">
          <a:avLst/>
        </a:prstGeom>
        <a:solidFill>
          <a:schemeClr val="accent2">
            <a:hueOff val="451605"/>
            <a:satOff val="-2211"/>
            <a:lumOff val="1242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63830" tIns="163830" rIns="163830" bIns="163830" numCol="1" spcCol="1270" anchor="ctr" anchorCtr="0">
          <a:noAutofit/>
        </a:bodyPr>
        <a:lstStyle/>
        <a:p>
          <a:pPr marL="0" lvl="0" indent="0" algn="l" defTabSz="1911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AT" sz="4300" b="0" i="0" kern="1200"/>
            <a:t>Text erstellen</a:t>
          </a:r>
          <a:endParaRPr lang="en-US" sz="4300" kern="1200"/>
        </a:p>
      </dsp:txBody>
      <dsp:txXfrm>
        <a:off x="50347" y="1343878"/>
        <a:ext cx="5514293" cy="930660"/>
      </dsp:txXfrm>
    </dsp:sp>
    <dsp:sp modelId="{497E017A-5CAB-409A-9D6C-DF9AFCE9EA8F}">
      <dsp:nvSpPr>
        <dsp:cNvPr id="0" name=""/>
        <dsp:cNvSpPr/>
      </dsp:nvSpPr>
      <dsp:spPr>
        <a:xfrm>
          <a:off x="0" y="2448726"/>
          <a:ext cx="5614987" cy="1031354"/>
        </a:xfrm>
        <a:prstGeom prst="roundRect">
          <a:avLst/>
        </a:prstGeom>
        <a:solidFill>
          <a:schemeClr val="accent2">
            <a:hueOff val="903209"/>
            <a:satOff val="-4421"/>
            <a:lumOff val="2483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63830" tIns="163830" rIns="163830" bIns="163830" numCol="1" spcCol="1270" anchor="ctr" anchorCtr="0">
          <a:noAutofit/>
        </a:bodyPr>
        <a:lstStyle/>
        <a:p>
          <a:pPr marL="0" lvl="0" indent="0" algn="l" defTabSz="1911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AT" sz="4300" b="0" i="0" kern="1200"/>
            <a:t>Undo / Redo</a:t>
          </a:r>
          <a:endParaRPr lang="en-US" sz="4300" kern="1200"/>
        </a:p>
      </dsp:txBody>
      <dsp:txXfrm>
        <a:off x="50347" y="2499073"/>
        <a:ext cx="5514293" cy="930660"/>
      </dsp:txXfrm>
    </dsp:sp>
    <dsp:sp modelId="{7196C290-6BA9-4774-8FE4-D1DB870D2DB2}">
      <dsp:nvSpPr>
        <dsp:cNvPr id="0" name=""/>
        <dsp:cNvSpPr/>
      </dsp:nvSpPr>
      <dsp:spPr>
        <a:xfrm>
          <a:off x="0" y="3603921"/>
          <a:ext cx="5614987" cy="1031354"/>
        </a:xfrm>
        <a:prstGeom prst="roundRect">
          <a:avLst/>
        </a:prstGeom>
        <a:solidFill>
          <a:schemeClr val="accent2">
            <a:hueOff val="1354814"/>
            <a:satOff val="-6632"/>
            <a:lumOff val="3725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63830" tIns="163830" rIns="163830" bIns="163830" numCol="1" spcCol="1270" anchor="ctr" anchorCtr="0">
          <a:noAutofit/>
        </a:bodyPr>
        <a:lstStyle/>
        <a:p>
          <a:pPr marL="0" lvl="0" indent="0" algn="l" defTabSz="1911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AT" sz="4300" b="0" i="0" kern="1200"/>
            <a:t>Canvas löschen</a:t>
          </a:r>
          <a:endParaRPr lang="en-US" sz="4300" kern="1200"/>
        </a:p>
      </dsp:txBody>
      <dsp:txXfrm>
        <a:off x="50347" y="3654268"/>
        <a:ext cx="5514293" cy="930660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8E4098F-EC2C-4058-B146-66BF63D0550C}">
      <dsp:nvSpPr>
        <dsp:cNvPr id="0" name=""/>
        <dsp:cNvSpPr/>
      </dsp:nvSpPr>
      <dsp:spPr>
        <a:xfrm>
          <a:off x="0" y="325371"/>
          <a:ext cx="5614987" cy="1310930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5730" tIns="125730" rIns="125730" bIns="125730" numCol="1" spcCol="1270" anchor="ctr" anchorCtr="0">
          <a:noAutofit/>
        </a:bodyPr>
        <a:lstStyle/>
        <a:p>
          <a:pPr marL="0" lvl="0" indent="0" algn="l" defTabSz="1466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AT" sz="3300" b="0" i="0" kern="1200"/>
            <a:t>Unit: eigene Testdaten</a:t>
          </a:r>
          <a:endParaRPr lang="en-US" sz="3300" kern="1200"/>
        </a:p>
      </dsp:txBody>
      <dsp:txXfrm>
        <a:off x="63994" y="389365"/>
        <a:ext cx="5486999" cy="1182942"/>
      </dsp:txXfrm>
    </dsp:sp>
    <dsp:sp modelId="{4DF0A7DB-442D-455B-9D74-F5A8CFCB2B79}">
      <dsp:nvSpPr>
        <dsp:cNvPr id="0" name=""/>
        <dsp:cNvSpPr/>
      </dsp:nvSpPr>
      <dsp:spPr>
        <a:xfrm>
          <a:off x="0" y="1731341"/>
          <a:ext cx="5614987" cy="1310930"/>
        </a:xfrm>
        <a:prstGeom prst="roundRect">
          <a:avLst/>
        </a:prstGeom>
        <a:solidFill>
          <a:schemeClr val="accent2">
            <a:hueOff val="677407"/>
            <a:satOff val="-3316"/>
            <a:lumOff val="1862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5730" tIns="125730" rIns="125730" bIns="125730" numCol="1" spcCol="1270" anchor="ctr" anchorCtr="0">
          <a:noAutofit/>
        </a:bodyPr>
        <a:lstStyle/>
        <a:p>
          <a:pPr marL="0" lvl="0" indent="0" algn="l" defTabSz="1466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AT" sz="3300" b="0" i="0" kern="1200"/>
            <a:t>Integration: neues React-Rendering pro Test</a:t>
          </a:r>
          <a:endParaRPr lang="en-US" sz="3300" kern="1200"/>
        </a:p>
      </dsp:txBody>
      <dsp:txXfrm>
        <a:off x="63994" y="1795335"/>
        <a:ext cx="5486999" cy="1182942"/>
      </dsp:txXfrm>
    </dsp:sp>
    <dsp:sp modelId="{8686A053-93A2-464B-9B5F-D33ED471F160}">
      <dsp:nvSpPr>
        <dsp:cNvPr id="0" name=""/>
        <dsp:cNvSpPr/>
      </dsp:nvSpPr>
      <dsp:spPr>
        <a:xfrm>
          <a:off x="0" y="3137311"/>
          <a:ext cx="5614987" cy="1310930"/>
        </a:xfrm>
        <a:prstGeom prst="roundRect">
          <a:avLst/>
        </a:prstGeom>
        <a:solidFill>
          <a:schemeClr val="accent2">
            <a:hueOff val="1354814"/>
            <a:satOff val="-6632"/>
            <a:lumOff val="3725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5730" tIns="125730" rIns="125730" bIns="125730" numCol="1" spcCol="1270" anchor="ctr" anchorCtr="0">
          <a:noAutofit/>
        </a:bodyPr>
        <a:lstStyle/>
        <a:p>
          <a:pPr marL="0" lvl="0" indent="0" algn="l" defTabSz="1466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AT" sz="3300" b="0" i="0" kern="1200" dirty="0"/>
            <a:t>E2E: neuer Browser-Kontext</a:t>
          </a:r>
          <a:endParaRPr lang="en-US" sz="3300" kern="1200" dirty="0"/>
        </a:p>
      </dsp:txBody>
      <dsp:txXfrm>
        <a:off x="63994" y="3201305"/>
        <a:ext cx="5486999" cy="1182942"/>
      </dsp:txXfrm>
    </dsp:sp>
  </dsp:spTree>
</dsp:drawing>
</file>

<file path=ppt/diagrams/drawing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BF29738-38AE-4D58-A387-440A16F004CF}">
      <dsp:nvSpPr>
        <dsp:cNvPr id="0" name=""/>
        <dsp:cNvSpPr/>
      </dsp:nvSpPr>
      <dsp:spPr>
        <a:xfrm>
          <a:off x="685" y="649258"/>
          <a:ext cx="2673150" cy="1603890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8110" tIns="118110" rIns="118110" bIns="118110" numCol="1" spcCol="1270" anchor="ctr" anchorCtr="0">
          <a:noAutofit/>
        </a:bodyPr>
        <a:lstStyle/>
        <a:p>
          <a:pPr marL="0" lvl="0" indent="0" algn="ctr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AT" sz="3100" b="0" i="0" kern="1200"/>
            <a:t>10 → 50 Benutzer pro Sekunde</a:t>
          </a:r>
          <a:endParaRPr lang="en-US" sz="3100" kern="1200"/>
        </a:p>
      </dsp:txBody>
      <dsp:txXfrm>
        <a:off x="685" y="649258"/>
        <a:ext cx="2673150" cy="1603890"/>
      </dsp:txXfrm>
    </dsp:sp>
    <dsp:sp modelId="{2BACE6D1-1ADA-4A16-89B6-F616CA8D4F49}">
      <dsp:nvSpPr>
        <dsp:cNvPr id="0" name=""/>
        <dsp:cNvSpPr/>
      </dsp:nvSpPr>
      <dsp:spPr>
        <a:xfrm>
          <a:off x="2941151" y="649258"/>
          <a:ext cx="2673150" cy="1603890"/>
        </a:xfrm>
        <a:prstGeom prst="rect">
          <a:avLst/>
        </a:prstGeom>
        <a:solidFill>
          <a:schemeClr val="accent2">
            <a:hueOff val="677407"/>
            <a:satOff val="-3316"/>
            <a:lumOff val="1862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8110" tIns="118110" rIns="118110" bIns="118110" numCol="1" spcCol="1270" anchor="ctr" anchorCtr="0">
          <a:noAutofit/>
        </a:bodyPr>
        <a:lstStyle/>
        <a:p>
          <a:pPr marL="0" lvl="0" indent="0" algn="ctr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AT" sz="3100" b="0" i="0" kern="1200"/>
            <a:t>30 Sekunden</a:t>
          </a:r>
          <a:endParaRPr lang="en-US" sz="3100" kern="1200"/>
        </a:p>
      </dsp:txBody>
      <dsp:txXfrm>
        <a:off x="2941151" y="649258"/>
        <a:ext cx="2673150" cy="1603890"/>
      </dsp:txXfrm>
    </dsp:sp>
    <dsp:sp modelId="{D37BB8C2-28ED-4918-B55F-DA4EAD6EE982}">
      <dsp:nvSpPr>
        <dsp:cNvPr id="0" name=""/>
        <dsp:cNvSpPr/>
      </dsp:nvSpPr>
      <dsp:spPr>
        <a:xfrm>
          <a:off x="1470918" y="2520464"/>
          <a:ext cx="2673150" cy="1603890"/>
        </a:xfrm>
        <a:prstGeom prst="rect">
          <a:avLst/>
        </a:prstGeom>
        <a:solidFill>
          <a:schemeClr val="accent2">
            <a:hueOff val="1354814"/>
            <a:satOff val="-6632"/>
            <a:lumOff val="3725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8110" tIns="118110" rIns="118110" bIns="118110" numCol="1" spcCol="1270" anchor="ctr" anchorCtr="0">
          <a:noAutofit/>
        </a:bodyPr>
        <a:lstStyle/>
        <a:p>
          <a:pPr marL="0" lvl="0" indent="0" algn="ctr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AT" sz="3100" b="0" i="0" kern="1200"/>
            <a:t>Mehrere statische Dateien</a:t>
          </a:r>
          <a:endParaRPr lang="en-US" sz="3100" kern="1200"/>
        </a:p>
      </dsp:txBody>
      <dsp:txXfrm>
        <a:off x="1470918" y="2520464"/>
        <a:ext cx="2673150" cy="1603890"/>
      </dsp:txXfrm>
    </dsp:sp>
  </dsp:spTree>
</dsp:drawing>
</file>

<file path=ppt/diagrams/drawing8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51503E7-1EB4-46E1-AB70-36DD430ADA9E}">
      <dsp:nvSpPr>
        <dsp:cNvPr id="0" name=""/>
        <dsp:cNvSpPr/>
      </dsp:nvSpPr>
      <dsp:spPr>
        <a:xfrm>
          <a:off x="0" y="372066"/>
          <a:ext cx="5614987" cy="5292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1038AB7-B693-4889-8911-7C583F028037}">
      <dsp:nvSpPr>
        <dsp:cNvPr id="0" name=""/>
        <dsp:cNvSpPr/>
      </dsp:nvSpPr>
      <dsp:spPr>
        <a:xfrm>
          <a:off x="280749" y="62106"/>
          <a:ext cx="3930490" cy="619920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8563" tIns="0" rIns="148563" bIns="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AT" sz="2100" b="0" i="0" kern="1200"/>
            <a:t>900 Requests</a:t>
          </a:r>
          <a:endParaRPr lang="en-US" sz="2100" kern="1200"/>
        </a:p>
      </dsp:txBody>
      <dsp:txXfrm>
        <a:off x="311011" y="92368"/>
        <a:ext cx="3869966" cy="559396"/>
      </dsp:txXfrm>
    </dsp:sp>
    <dsp:sp modelId="{DAFBFAAB-1CCF-4130-8DC2-A8F511AAB9D3}">
      <dsp:nvSpPr>
        <dsp:cNvPr id="0" name=""/>
        <dsp:cNvSpPr/>
      </dsp:nvSpPr>
      <dsp:spPr>
        <a:xfrm>
          <a:off x="0" y="1324626"/>
          <a:ext cx="5614987" cy="5292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2">
              <a:hueOff val="338703"/>
              <a:satOff val="-1658"/>
              <a:lumOff val="931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8F5A471-2FA0-4CC3-9724-8F12A9D9CE66}">
      <dsp:nvSpPr>
        <dsp:cNvPr id="0" name=""/>
        <dsp:cNvSpPr/>
      </dsp:nvSpPr>
      <dsp:spPr>
        <a:xfrm>
          <a:off x="280749" y="1014666"/>
          <a:ext cx="3930490" cy="619920"/>
        </a:xfrm>
        <a:prstGeom prst="roundRect">
          <a:avLst/>
        </a:prstGeom>
        <a:solidFill>
          <a:schemeClr val="accent2">
            <a:hueOff val="338703"/>
            <a:satOff val="-1658"/>
            <a:lumOff val="931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8563" tIns="0" rIns="148563" bIns="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AT" sz="2100" b="0" i="0" kern="1200"/>
            <a:t>0 Fehler</a:t>
          </a:r>
          <a:endParaRPr lang="en-US" sz="2100" kern="1200"/>
        </a:p>
      </dsp:txBody>
      <dsp:txXfrm>
        <a:off x="311011" y="1044928"/>
        <a:ext cx="3869966" cy="559396"/>
      </dsp:txXfrm>
    </dsp:sp>
    <dsp:sp modelId="{7CEA3BAF-ADEB-4B40-9765-7791C70FA0EB}">
      <dsp:nvSpPr>
        <dsp:cNvPr id="0" name=""/>
        <dsp:cNvSpPr/>
      </dsp:nvSpPr>
      <dsp:spPr>
        <a:xfrm>
          <a:off x="0" y="2277186"/>
          <a:ext cx="5614987" cy="5292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2">
              <a:hueOff val="677407"/>
              <a:satOff val="-3316"/>
              <a:lumOff val="1862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8E54992-D9A5-4157-B73B-19D49E21C129}">
      <dsp:nvSpPr>
        <dsp:cNvPr id="0" name=""/>
        <dsp:cNvSpPr/>
      </dsp:nvSpPr>
      <dsp:spPr>
        <a:xfrm>
          <a:off x="280749" y="1967226"/>
          <a:ext cx="3930490" cy="619920"/>
        </a:xfrm>
        <a:prstGeom prst="roundRect">
          <a:avLst/>
        </a:prstGeom>
        <a:solidFill>
          <a:schemeClr val="accent2">
            <a:hueOff val="677407"/>
            <a:satOff val="-3316"/>
            <a:lumOff val="1862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8563" tIns="0" rIns="148563" bIns="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AT" sz="2100" b="0" i="0" kern="1200"/>
            <a:t>Median: 2 ms</a:t>
          </a:r>
          <a:endParaRPr lang="en-US" sz="2100" kern="1200"/>
        </a:p>
      </dsp:txBody>
      <dsp:txXfrm>
        <a:off x="311011" y="1997488"/>
        <a:ext cx="3869966" cy="559396"/>
      </dsp:txXfrm>
    </dsp:sp>
    <dsp:sp modelId="{632431E1-DF79-4F17-BFFE-B4440712294C}">
      <dsp:nvSpPr>
        <dsp:cNvPr id="0" name=""/>
        <dsp:cNvSpPr/>
      </dsp:nvSpPr>
      <dsp:spPr>
        <a:xfrm>
          <a:off x="0" y="3229746"/>
          <a:ext cx="5614987" cy="5292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2">
              <a:hueOff val="1016110"/>
              <a:satOff val="-4974"/>
              <a:lumOff val="2794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FC2AA5F-F070-494B-B841-D5557127078F}">
      <dsp:nvSpPr>
        <dsp:cNvPr id="0" name=""/>
        <dsp:cNvSpPr/>
      </dsp:nvSpPr>
      <dsp:spPr>
        <a:xfrm>
          <a:off x="280749" y="2919786"/>
          <a:ext cx="3930490" cy="619920"/>
        </a:xfrm>
        <a:prstGeom prst="roundRect">
          <a:avLst/>
        </a:prstGeom>
        <a:solidFill>
          <a:schemeClr val="accent2">
            <a:hueOff val="1016110"/>
            <a:satOff val="-4974"/>
            <a:lumOff val="2794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8563" tIns="0" rIns="148563" bIns="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AT" sz="2100" b="0" i="0" kern="1200"/>
            <a:t>p95: 4 ms</a:t>
          </a:r>
          <a:endParaRPr lang="en-US" sz="2100" kern="1200"/>
        </a:p>
      </dsp:txBody>
      <dsp:txXfrm>
        <a:off x="311011" y="2950048"/>
        <a:ext cx="3869966" cy="559396"/>
      </dsp:txXfrm>
    </dsp:sp>
    <dsp:sp modelId="{7BDEB152-8531-4AB9-B6DC-904FBD01B009}">
      <dsp:nvSpPr>
        <dsp:cNvPr id="0" name=""/>
        <dsp:cNvSpPr/>
      </dsp:nvSpPr>
      <dsp:spPr>
        <a:xfrm>
          <a:off x="0" y="4182306"/>
          <a:ext cx="5614987" cy="5292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2">
              <a:hueOff val="1354814"/>
              <a:satOff val="-6632"/>
              <a:lumOff val="3725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C48E87B-48B5-454D-A6AF-BD2E93572BE0}">
      <dsp:nvSpPr>
        <dsp:cNvPr id="0" name=""/>
        <dsp:cNvSpPr/>
      </dsp:nvSpPr>
      <dsp:spPr>
        <a:xfrm>
          <a:off x="280749" y="3872346"/>
          <a:ext cx="3930490" cy="619920"/>
        </a:xfrm>
        <a:prstGeom prst="roundRect">
          <a:avLst/>
        </a:prstGeom>
        <a:solidFill>
          <a:schemeClr val="accent2">
            <a:hueOff val="1354814"/>
            <a:satOff val="-6632"/>
            <a:lumOff val="3725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8563" tIns="0" rIns="148563" bIns="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AT" sz="2100" b="0" i="0" kern="1200"/>
            <a:t>p99: 16 ms</a:t>
          </a:r>
          <a:endParaRPr lang="en-US" sz="2100" kern="1200"/>
        </a:p>
      </dsp:txBody>
      <dsp:txXfrm>
        <a:off x="311011" y="3902608"/>
        <a:ext cx="3869966" cy="559396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7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8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7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8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8598D1-9FB7-4B2B-ABF5-A1B82AFEEB0E}" type="datetimeFigureOut">
              <a:rPr lang="de-AT" smtClean="0"/>
              <a:t>26.06.2026</a:t>
            </a:fld>
            <a:endParaRPr lang="de-A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CADA3F-BD24-4B00-A6A9-E06713108993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3136231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8598D1-9FB7-4B2B-ABF5-A1B82AFEEB0E}" type="datetimeFigureOut">
              <a:rPr lang="de-AT" smtClean="0"/>
              <a:t>26.06.2026</a:t>
            </a:fld>
            <a:endParaRPr lang="de-A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CADA3F-BD24-4B00-A6A9-E06713108993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12359635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8598D1-9FB7-4B2B-ABF5-A1B82AFEEB0E}" type="datetimeFigureOut">
              <a:rPr lang="de-AT" smtClean="0"/>
              <a:t>26.06.2026</a:t>
            </a:fld>
            <a:endParaRPr lang="de-A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CADA3F-BD24-4B00-A6A9-E06713108993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39178489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8598D1-9FB7-4B2B-ABF5-A1B82AFEEB0E}" type="datetimeFigureOut">
              <a:rPr lang="de-AT" smtClean="0"/>
              <a:t>26.06.2026</a:t>
            </a:fld>
            <a:endParaRPr lang="de-A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CADA3F-BD24-4B00-A6A9-E06713108993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19580068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8598D1-9FB7-4B2B-ABF5-A1B82AFEEB0E}" type="datetimeFigureOut">
              <a:rPr lang="de-AT" smtClean="0"/>
              <a:t>26.06.2026</a:t>
            </a:fld>
            <a:endParaRPr lang="de-AT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CADA3F-BD24-4B00-A6A9-E06713108993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7118457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8598D1-9FB7-4B2B-ABF5-A1B82AFEEB0E}" type="datetimeFigureOut">
              <a:rPr lang="de-AT" smtClean="0"/>
              <a:t>26.06.2026</a:t>
            </a:fld>
            <a:endParaRPr lang="de-AT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CADA3F-BD24-4B00-A6A9-E06713108993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28772373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8598D1-9FB7-4B2B-ABF5-A1B82AFEEB0E}" type="datetimeFigureOut">
              <a:rPr lang="de-AT" smtClean="0"/>
              <a:t>26.06.2026</a:t>
            </a:fld>
            <a:endParaRPr lang="de-AT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CADA3F-BD24-4B00-A6A9-E06713108993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24332030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3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3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8598D1-9FB7-4B2B-ABF5-A1B82AFEEB0E}" type="datetimeFigureOut">
              <a:rPr lang="de-AT" smtClean="0"/>
              <a:t>26.06.2026</a:t>
            </a:fld>
            <a:endParaRPr lang="de-AT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CADA3F-BD24-4B00-A6A9-E06713108993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28943993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8598D1-9FB7-4B2B-ABF5-A1B82AFEEB0E}" type="datetimeFigureOut">
              <a:rPr lang="de-AT" smtClean="0"/>
              <a:t>26.06.2026</a:t>
            </a:fld>
            <a:endParaRPr lang="de-A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CADA3F-BD24-4B00-A6A9-E06713108993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123898800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abild mit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8598D1-9FB7-4B2B-ABF5-A1B82AFEEB0E}" type="datetimeFigureOut">
              <a:rPr lang="de-AT" smtClean="0"/>
              <a:t>26.06.2026</a:t>
            </a:fld>
            <a:endParaRPr lang="de-A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CADA3F-BD24-4B00-A6A9-E06713108993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373856617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 und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8598D1-9FB7-4B2B-ABF5-A1B82AFEEB0E}" type="datetimeFigureOut">
              <a:rPr lang="de-AT" smtClean="0"/>
              <a:t>26.06.2026</a:t>
            </a:fld>
            <a:endParaRPr lang="de-A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CADA3F-BD24-4B00-A6A9-E06713108993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38240927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Zitat mit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11" name="Text Placeholder 3"/>
          <p:cNvSpPr>
            <a:spLocks noGrp="1"/>
          </p:cNvSpPr>
          <p:nvPr>
            <p:ph type="body" sz="half" idx="14"/>
          </p:nvPr>
        </p:nvSpPr>
        <p:spPr>
          <a:xfrm>
            <a:off x="1930400" y="3771174"/>
            <a:ext cx="7279649" cy="342174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marL="0" lvl="0" indent="0">
              <a:buNone/>
            </a:pPr>
            <a:r>
              <a:rPr lang="de-DE"/>
              <a:t>Mastertextformat bearbeiten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8598D1-9FB7-4B2B-ABF5-A1B82AFEEB0E}" type="datetimeFigureOut">
              <a:rPr lang="de-AT" smtClean="0"/>
              <a:t>26.06.2026</a:t>
            </a:fld>
            <a:endParaRPr lang="de-A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CADA3F-BD24-4B00-A6A9-E06713108993}" type="slidenum">
              <a:rPr lang="de-AT" smtClean="0"/>
              <a:t>‹Nr.›</a:t>
            </a:fld>
            <a:endParaRPr lang="de-AT"/>
          </a:p>
        </p:txBody>
      </p:sp>
      <p:sp>
        <p:nvSpPr>
          <p:cNvPr id="12" name="TextBox 11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82371346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nskar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8598D1-9FB7-4B2B-ABF5-A1B82AFEEB0E}" type="datetimeFigureOut">
              <a:rPr lang="de-AT" smtClean="0"/>
              <a:t>26.06.2026</a:t>
            </a:fld>
            <a:endParaRPr lang="de-A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CADA3F-BD24-4B00-A6A9-E06713108993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338624504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Sp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8598D1-9FB7-4B2B-ABF5-A1B82AFEEB0E}" type="datetimeFigureOut">
              <a:rPr lang="de-AT" smtClean="0"/>
              <a:t>26.06.2026</a:t>
            </a:fld>
            <a:endParaRPr lang="de-AT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CADA3F-BD24-4B00-A6A9-E06713108993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174353508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Bildsp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8598D1-9FB7-4B2B-ABF5-A1B82AFEEB0E}" type="datetimeFigureOut">
              <a:rPr lang="de-AT" smtClean="0"/>
              <a:t>26.06.2026</a:t>
            </a:fld>
            <a:endParaRPr lang="de-AT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CADA3F-BD24-4B00-A6A9-E06713108993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136303503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8598D1-9FB7-4B2B-ABF5-A1B82AFEEB0E}" type="datetimeFigureOut">
              <a:rPr lang="de-AT" smtClean="0"/>
              <a:t>26.06.2026</a:t>
            </a:fld>
            <a:endParaRPr lang="de-A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CADA3F-BD24-4B00-A6A9-E06713108993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41538273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8598D1-9FB7-4B2B-ABF5-A1B82AFEEB0E}" type="datetimeFigureOut">
              <a:rPr lang="de-AT" smtClean="0"/>
              <a:t>26.06.2026</a:t>
            </a:fld>
            <a:endParaRPr lang="de-A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CADA3F-BD24-4B00-A6A9-E06713108993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33441283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468598D1-9FB7-4B2B-ABF5-A1B82AFEEB0E}" type="datetimeFigureOut">
              <a:rPr lang="de-AT" smtClean="0"/>
              <a:t>26.06.2026</a:t>
            </a:fld>
            <a:endParaRPr lang="de-A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de-A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CADA3F-BD24-4B00-A6A9-E06713108993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902708334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06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5.xml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5.xml"/><Relationship Id="rId5" Type="http://schemas.openxmlformats.org/officeDocument/2006/relationships/diagramColors" Target="../diagrams/colors5.xml"/><Relationship Id="rId4" Type="http://schemas.openxmlformats.org/officeDocument/2006/relationships/diagramQuickStyle" Target="../diagrams/quickStyle5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6.xml"/><Relationship Id="rId2" Type="http://schemas.openxmlformats.org/officeDocument/2006/relationships/diagramData" Target="../diagrams/data6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6.xml"/><Relationship Id="rId5" Type="http://schemas.openxmlformats.org/officeDocument/2006/relationships/diagramColors" Target="../diagrams/colors6.xml"/><Relationship Id="rId4" Type="http://schemas.openxmlformats.org/officeDocument/2006/relationships/diagramQuickStyle" Target="../diagrams/quickStyle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7.xml"/><Relationship Id="rId2" Type="http://schemas.openxmlformats.org/officeDocument/2006/relationships/diagramData" Target="../diagrams/data7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7.xml"/><Relationship Id="rId5" Type="http://schemas.openxmlformats.org/officeDocument/2006/relationships/diagramColors" Target="../diagrams/colors7.xml"/><Relationship Id="rId4" Type="http://schemas.openxmlformats.org/officeDocument/2006/relationships/diagramQuickStyle" Target="../diagrams/quickStyle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8.xml"/><Relationship Id="rId2" Type="http://schemas.openxmlformats.org/officeDocument/2006/relationships/diagramData" Target="../diagrams/data8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8.xml"/><Relationship Id="rId5" Type="http://schemas.openxmlformats.org/officeDocument/2006/relationships/diagramColors" Target="../diagrams/colors8.xml"/><Relationship Id="rId4" Type="http://schemas.openxmlformats.org/officeDocument/2006/relationships/diagramQuickStyle" Target="../diagrams/quickStyl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7000"/>
                <a:hueMod val="88000"/>
                <a:satMod val="130000"/>
                <a:lumMod val="124000"/>
              </a:schemeClr>
            </a:gs>
            <a:gs pos="100000">
              <a:schemeClr val="bg2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59EC6FFF-3949-4638-A265-B1515909B9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3CAE2342-6D4E-9E92-7DFF-38E30B98562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88694" y="1063416"/>
            <a:ext cx="6034406" cy="4811730"/>
          </a:xfrm>
        </p:spPr>
        <p:txBody>
          <a:bodyPr anchor="ctr">
            <a:normAutofit/>
          </a:bodyPr>
          <a:lstStyle/>
          <a:p>
            <a:pPr algn="r"/>
            <a:r>
              <a:rPr lang="de-AT" sz="5100"/>
              <a:t>Testenerweiterung Excalidraw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8C05BC5F-3118-49D0-B18C-5D9CC922C2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560733" y="0"/>
            <a:ext cx="3215640" cy="685800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927298E7-C35B-CD78-ACD5-A3BB493DF40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885882" y="1063416"/>
            <a:ext cx="2591618" cy="4811730"/>
          </a:xfrm>
        </p:spPr>
        <p:txBody>
          <a:bodyPr anchor="ctr">
            <a:normAutofit/>
          </a:bodyPr>
          <a:lstStyle/>
          <a:p>
            <a:r>
              <a:rPr lang="de-AT" dirty="0"/>
              <a:t>Bernhard Steps</a:t>
            </a:r>
          </a:p>
          <a:p>
            <a:r>
              <a:rPr lang="de-AT" dirty="0"/>
              <a:t>Daniel </a:t>
            </a:r>
            <a:r>
              <a:rPr lang="de-AT" dirty="0" err="1"/>
              <a:t>Krummenacker</a:t>
            </a:r>
            <a:endParaRPr lang="de-AT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9A4B1E59-3C8A-453C-B841-6AB3B0CF70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753344" y="0"/>
            <a:ext cx="1438656" cy="6858000"/>
          </a:xfrm>
          <a:prstGeom prst="rect">
            <a:avLst/>
          </a:prstGeom>
          <a:solidFill>
            <a:schemeClr val="bg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l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176780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wd">
                                    <p:tmPct val="15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wd">
                                    <p:tmPct val="15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1000"/>
                                  </p:stCondLst>
                                  <p:iterate type="wd">
                                    <p:tmPct val="15000"/>
                                  </p:iterate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69000"/>
                <a:hueMod val="108000"/>
                <a:satMod val="164000"/>
                <a:lumMod val="74000"/>
              </a:schemeClr>
              <a:schemeClr val="bg2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A5FD8AE-018D-9634-5B28-4F3FB88BFA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6111" y="609601"/>
            <a:ext cx="6246093" cy="1675975"/>
          </a:xfrm>
        </p:spPr>
        <p:txBody>
          <a:bodyPr>
            <a:normAutofit/>
          </a:bodyPr>
          <a:lstStyle/>
          <a:p>
            <a:r>
              <a:rPr lang="de-AT"/>
              <a:t>Was ist Excalidraw?</a:t>
            </a:r>
          </a:p>
        </p:txBody>
      </p:sp>
      <p:pic>
        <p:nvPicPr>
          <p:cNvPr id="5" name="Picture 4" descr="Komplexe mathematische Formeln auf einer Tafel">
            <a:extLst>
              <a:ext uri="{FF2B5EF4-FFF2-40B4-BE49-F238E27FC236}">
                <a16:creationId xmlns:a16="http://schemas.microsoft.com/office/drawing/2014/main" id="{9B435A97-6A53-8C12-4300-C2A0D96F142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0800" r="-4" b="10029"/>
          <a:stretch>
            <a:fillRect/>
          </a:stretch>
        </p:blipFill>
        <p:spPr>
          <a:xfrm>
            <a:off x="7554138" y="609137"/>
            <a:ext cx="3990161" cy="2014730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3000"/>
              </a:prstClr>
            </a:outerShdw>
          </a:effectLst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B7AFEE90-1084-4A07-B557-E91365DF39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de-DE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8CB10CF-2F9E-9393-EEB9-6750BECCB77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2175" y="2484544"/>
            <a:ext cx="6253484" cy="3763855"/>
          </a:xfrm>
        </p:spPr>
        <p:txBody>
          <a:bodyPr>
            <a:normAutofit/>
          </a:bodyPr>
          <a:lstStyle/>
          <a:p>
            <a:r>
              <a:rPr lang="de-AT" dirty="0"/>
              <a:t>Open-Source Whiteboard-Anwendung</a:t>
            </a:r>
          </a:p>
          <a:p>
            <a:r>
              <a:rPr lang="de-AT" dirty="0"/>
              <a:t>React + </a:t>
            </a:r>
            <a:r>
              <a:rPr lang="de-AT" dirty="0" err="1"/>
              <a:t>TypeScript</a:t>
            </a:r>
            <a:r>
              <a:rPr lang="de-AT" dirty="0"/>
              <a:t> + HTML5 Canvas</a:t>
            </a:r>
          </a:p>
          <a:p>
            <a:r>
              <a:rPr lang="de-AT" dirty="0"/>
              <a:t>Zeichnen von Diagrammen und Skizzen</a:t>
            </a:r>
          </a:p>
          <a:p>
            <a:r>
              <a:rPr lang="de-AT" dirty="0"/>
              <a:t>Große aktive Codebasis</a:t>
            </a:r>
          </a:p>
        </p:txBody>
      </p:sp>
      <p:pic>
        <p:nvPicPr>
          <p:cNvPr id="15" name="Grafik 14">
            <a:extLst>
              <a:ext uri="{FF2B5EF4-FFF2-40B4-BE49-F238E27FC236}">
                <a16:creationId xmlns:a16="http://schemas.microsoft.com/office/drawing/2014/main" id="{AA5C0B21-7416-BE8E-A5AF-28BAA8EC9B3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54138" y="3618230"/>
            <a:ext cx="3990161" cy="22154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61872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Rectangle 41">
            <a:extLst>
              <a:ext uri="{FF2B5EF4-FFF2-40B4-BE49-F238E27FC236}">
                <a16:creationId xmlns:a16="http://schemas.microsoft.com/office/drawing/2014/main" id="{ABE6F9A3-300E-47F5-B41C-C8C5E758DE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DC562DA8-C423-32B2-0F12-40B22C23E9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8929" y="1063417"/>
            <a:ext cx="3505495" cy="4675396"/>
          </a:xfrm>
        </p:spPr>
        <p:txBody>
          <a:bodyPr anchor="ctr">
            <a:normAutofit/>
          </a:bodyPr>
          <a:lstStyle/>
          <a:p>
            <a:r>
              <a:rPr lang="de-AT">
                <a:solidFill>
                  <a:srgbClr val="F2F2F2"/>
                </a:solidFill>
              </a:rPr>
              <a:t>Warum Excalidraw?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61B4701B-39FE-43B8-86AA-D6B8789C220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639056" y="0"/>
            <a:ext cx="7552944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46" name="Rounded Rectangle 9">
            <a:extLst>
              <a:ext uri="{FF2B5EF4-FFF2-40B4-BE49-F238E27FC236}">
                <a16:creationId xmlns:a16="http://schemas.microsoft.com/office/drawing/2014/main" id="{E9A7EF13-49FA-4355-971A-34B065F350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23688" y="484632"/>
            <a:ext cx="6584098" cy="5739187"/>
          </a:xfrm>
          <a:prstGeom prst="roundRect">
            <a:avLst>
              <a:gd name="adj" fmla="val 0"/>
            </a:avLst>
          </a:prstGeom>
          <a:ln w="12700" cap="sq">
            <a:solidFill>
              <a:schemeClr val="bg1">
                <a:lumMod val="75000"/>
              </a:schemeClr>
            </a:solidFill>
            <a:miter lim="800000"/>
          </a:ln>
          <a:effectLst>
            <a:outerShdw blurRad="63500" dist="25400" dir="5400000" algn="tl" rotWithShape="0">
              <a:srgbClr val="000000">
                <a:alpha val="39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92CF3C3E-0F7B-4F0C-8EBD-BDD38E9C66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42448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de-DE"/>
          </a:p>
        </p:txBody>
      </p:sp>
      <p:graphicFrame>
        <p:nvGraphicFramePr>
          <p:cNvPr id="5" name="Inhaltsplatzhalter 2">
            <a:extLst>
              <a:ext uri="{FF2B5EF4-FFF2-40B4-BE49-F238E27FC236}">
                <a16:creationId xmlns:a16="http://schemas.microsoft.com/office/drawing/2014/main" id="{84CC7B0B-A082-4E27-0849-C9EDEA1D82B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330149846"/>
              </p:ext>
            </p:extLst>
          </p:nvPr>
        </p:nvGraphicFramePr>
        <p:xfrm>
          <a:off x="5608638" y="965200"/>
          <a:ext cx="5614987" cy="477361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03378933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ABE6F9A3-300E-47F5-B41C-C8C5E758DE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D3CD90E8-64EC-5D23-D9FF-E1EC06E689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8929" y="1063417"/>
            <a:ext cx="3505495" cy="4675396"/>
          </a:xfrm>
        </p:spPr>
        <p:txBody>
          <a:bodyPr anchor="ctr">
            <a:normAutofit/>
          </a:bodyPr>
          <a:lstStyle/>
          <a:p>
            <a:r>
              <a:rPr lang="de-AT">
                <a:solidFill>
                  <a:srgbClr val="F2F2F2"/>
                </a:solidFill>
              </a:rPr>
              <a:t>Test-Frameworks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61B4701B-39FE-43B8-86AA-D6B8789C220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639056" y="0"/>
            <a:ext cx="7552944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29" name="Rounded Rectangle 9">
            <a:extLst>
              <a:ext uri="{FF2B5EF4-FFF2-40B4-BE49-F238E27FC236}">
                <a16:creationId xmlns:a16="http://schemas.microsoft.com/office/drawing/2014/main" id="{E9A7EF13-49FA-4355-971A-34B065F350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23688" y="484632"/>
            <a:ext cx="6584098" cy="5739187"/>
          </a:xfrm>
          <a:prstGeom prst="roundRect">
            <a:avLst>
              <a:gd name="adj" fmla="val 0"/>
            </a:avLst>
          </a:prstGeom>
          <a:ln w="12700" cap="sq">
            <a:solidFill>
              <a:schemeClr val="bg1">
                <a:lumMod val="75000"/>
              </a:schemeClr>
            </a:solidFill>
            <a:miter lim="800000"/>
          </a:ln>
          <a:effectLst>
            <a:outerShdw blurRad="63500" dist="25400" dir="5400000" algn="tl" rotWithShape="0">
              <a:srgbClr val="000000">
                <a:alpha val="39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92CF3C3E-0F7B-4F0C-8EBD-BDD38E9C66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42448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de-DE"/>
          </a:p>
        </p:txBody>
      </p:sp>
      <p:graphicFrame>
        <p:nvGraphicFramePr>
          <p:cNvPr id="21" name="Inhaltsplatzhalter 2">
            <a:extLst>
              <a:ext uri="{FF2B5EF4-FFF2-40B4-BE49-F238E27FC236}">
                <a16:creationId xmlns:a16="http://schemas.microsoft.com/office/drawing/2014/main" id="{21CD0AD6-DFB1-612B-2645-0946CFC638C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98910880"/>
              </p:ext>
            </p:extLst>
          </p:nvPr>
        </p:nvGraphicFramePr>
        <p:xfrm>
          <a:off x="5608638" y="965200"/>
          <a:ext cx="5614987" cy="477361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23522285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>
            <a:extLst>
              <a:ext uri="{FF2B5EF4-FFF2-40B4-BE49-F238E27FC236}">
                <a16:creationId xmlns:a16="http://schemas.microsoft.com/office/drawing/2014/main" id="{ABE6F9A3-300E-47F5-B41C-C8C5E758DE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D559FF05-3FC4-8DEA-20BE-92898F8C80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8929" y="1063417"/>
            <a:ext cx="3505495" cy="4675396"/>
          </a:xfrm>
        </p:spPr>
        <p:txBody>
          <a:bodyPr anchor="ctr">
            <a:normAutofit/>
          </a:bodyPr>
          <a:lstStyle/>
          <a:p>
            <a:r>
              <a:rPr lang="de-AT">
                <a:solidFill>
                  <a:srgbClr val="F2F2F2"/>
                </a:solidFill>
              </a:rPr>
              <a:t>Unit Tests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1B4701B-39FE-43B8-86AA-D6B8789C220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639056" y="0"/>
            <a:ext cx="7552944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24" name="Rounded Rectangle 9">
            <a:extLst>
              <a:ext uri="{FF2B5EF4-FFF2-40B4-BE49-F238E27FC236}">
                <a16:creationId xmlns:a16="http://schemas.microsoft.com/office/drawing/2014/main" id="{E9A7EF13-49FA-4355-971A-34B065F350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23688" y="484632"/>
            <a:ext cx="6584098" cy="5739187"/>
          </a:xfrm>
          <a:prstGeom prst="roundRect">
            <a:avLst>
              <a:gd name="adj" fmla="val 0"/>
            </a:avLst>
          </a:prstGeom>
          <a:ln w="12700" cap="sq">
            <a:solidFill>
              <a:schemeClr val="bg1">
                <a:lumMod val="75000"/>
              </a:schemeClr>
            </a:solidFill>
            <a:miter lim="800000"/>
          </a:ln>
          <a:effectLst>
            <a:outerShdw blurRad="63500" dist="25400" dir="5400000" algn="tl" rotWithShape="0">
              <a:srgbClr val="000000">
                <a:alpha val="39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92CF3C3E-0F7B-4F0C-8EBD-BDD38E9C66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42448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de-DE"/>
          </a:p>
        </p:txBody>
      </p:sp>
      <p:graphicFrame>
        <p:nvGraphicFramePr>
          <p:cNvPr id="16" name="Inhaltsplatzhalter 2">
            <a:extLst>
              <a:ext uri="{FF2B5EF4-FFF2-40B4-BE49-F238E27FC236}">
                <a16:creationId xmlns:a16="http://schemas.microsoft.com/office/drawing/2014/main" id="{D3BEE139-8A5C-F450-35A2-1F412443D09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706248882"/>
              </p:ext>
            </p:extLst>
          </p:nvPr>
        </p:nvGraphicFramePr>
        <p:xfrm>
          <a:off x="5608638" y="965200"/>
          <a:ext cx="5614987" cy="477361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01474978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>
            <a:extLst>
              <a:ext uri="{FF2B5EF4-FFF2-40B4-BE49-F238E27FC236}">
                <a16:creationId xmlns:a16="http://schemas.microsoft.com/office/drawing/2014/main" id="{ABE6F9A3-300E-47F5-B41C-C8C5E758DE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A559FCF1-54F7-3719-A761-408D253B59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8929" y="1063417"/>
            <a:ext cx="3505495" cy="4675396"/>
          </a:xfrm>
        </p:spPr>
        <p:txBody>
          <a:bodyPr anchor="ctr">
            <a:normAutofit/>
          </a:bodyPr>
          <a:lstStyle/>
          <a:p>
            <a:r>
              <a:rPr lang="de-AT">
                <a:solidFill>
                  <a:srgbClr val="F2F2F2"/>
                </a:solidFill>
              </a:rPr>
              <a:t>Integration Tests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1B4701B-39FE-43B8-86AA-D6B8789C220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639056" y="0"/>
            <a:ext cx="7552944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24" name="Rounded Rectangle 9">
            <a:extLst>
              <a:ext uri="{FF2B5EF4-FFF2-40B4-BE49-F238E27FC236}">
                <a16:creationId xmlns:a16="http://schemas.microsoft.com/office/drawing/2014/main" id="{E9A7EF13-49FA-4355-971A-34B065F350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23688" y="484632"/>
            <a:ext cx="6584098" cy="5739187"/>
          </a:xfrm>
          <a:prstGeom prst="roundRect">
            <a:avLst>
              <a:gd name="adj" fmla="val 0"/>
            </a:avLst>
          </a:prstGeom>
          <a:ln w="12700" cap="sq">
            <a:solidFill>
              <a:schemeClr val="bg1">
                <a:lumMod val="75000"/>
              </a:schemeClr>
            </a:solidFill>
            <a:miter lim="800000"/>
          </a:ln>
          <a:effectLst>
            <a:outerShdw blurRad="63500" dist="25400" dir="5400000" algn="tl" rotWithShape="0">
              <a:srgbClr val="000000">
                <a:alpha val="39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92CF3C3E-0F7B-4F0C-8EBD-BDD38E9C66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42448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de-DE"/>
          </a:p>
        </p:txBody>
      </p:sp>
      <p:graphicFrame>
        <p:nvGraphicFramePr>
          <p:cNvPr id="16" name="Inhaltsplatzhalter 2">
            <a:extLst>
              <a:ext uri="{FF2B5EF4-FFF2-40B4-BE49-F238E27FC236}">
                <a16:creationId xmlns:a16="http://schemas.microsoft.com/office/drawing/2014/main" id="{CA9973E2-77A7-2C52-FB40-405531D78D5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863560470"/>
              </p:ext>
            </p:extLst>
          </p:nvPr>
        </p:nvGraphicFramePr>
        <p:xfrm>
          <a:off x="5608638" y="965200"/>
          <a:ext cx="5614987" cy="477361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68148909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>
            <a:extLst>
              <a:ext uri="{FF2B5EF4-FFF2-40B4-BE49-F238E27FC236}">
                <a16:creationId xmlns:a16="http://schemas.microsoft.com/office/drawing/2014/main" id="{ABE6F9A3-300E-47F5-B41C-C8C5E758DE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9D97D730-368D-A9AD-2043-1EF2215E8F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8929" y="1063417"/>
            <a:ext cx="3505495" cy="4675396"/>
          </a:xfrm>
        </p:spPr>
        <p:txBody>
          <a:bodyPr anchor="ctr">
            <a:normAutofit/>
          </a:bodyPr>
          <a:lstStyle/>
          <a:p>
            <a:r>
              <a:rPr lang="de-AT">
                <a:solidFill>
                  <a:srgbClr val="F2F2F2"/>
                </a:solidFill>
              </a:rPr>
              <a:t>E2E Tests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1B4701B-39FE-43B8-86AA-D6B8789C220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639056" y="0"/>
            <a:ext cx="7552944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24" name="Rounded Rectangle 9">
            <a:extLst>
              <a:ext uri="{FF2B5EF4-FFF2-40B4-BE49-F238E27FC236}">
                <a16:creationId xmlns:a16="http://schemas.microsoft.com/office/drawing/2014/main" id="{E9A7EF13-49FA-4355-971A-34B065F350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23688" y="484632"/>
            <a:ext cx="6584098" cy="5739187"/>
          </a:xfrm>
          <a:prstGeom prst="roundRect">
            <a:avLst>
              <a:gd name="adj" fmla="val 0"/>
            </a:avLst>
          </a:prstGeom>
          <a:ln w="12700" cap="sq">
            <a:solidFill>
              <a:schemeClr val="bg1">
                <a:lumMod val="75000"/>
              </a:schemeClr>
            </a:solidFill>
            <a:miter lim="800000"/>
          </a:ln>
          <a:effectLst>
            <a:outerShdw blurRad="63500" dist="25400" dir="5400000" algn="tl" rotWithShape="0">
              <a:srgbClr val="000000">
                <a:alpha val="39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92CF3C3E-0F7B-4F0C-8EBD-BDD38E9C66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42448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de-DE"/>
          </a:p>
        </p:txBody>
      </p:sp>
      <p:graphicFrame>
        <p:nvGraphicFramePr>
          <p:cNvPr id="5" name="Inhaltsplatzhalter 2">
            <a:extLst>
              <a:ext uri="{FF2B5EF4-FFF2-40B4-BE49-F238E27FC236}">
                <a16:creationId xmlns:a16="http://schemas.microsoft.com/office/drawing/2014/main" id="{18ED83C8-37D8-171A-6239-75C100974EA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774647703"/>
              </p:ext>
            </p:extLst>
          </p:nvPr>
        </p:nvGraphicFramePr>
        <p:xfrm>
          <a:off x="5608638" y="965200"/>
          <a:ext cx="5614987" cy="477361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73974472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>
            <a:extLst>
              <a:ext uri="{FF2B5EF4-FFF2-40B4-BE49-F238E27FC236}">
                <a16:creationId xmlns:a16="http://schemas.microsoft.com/office/drawing/2014/main" id="{ABE6F9A3-300E-47F5-B41C-C8C5E758DE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A1FBFBCC-0023-FAF4-1ADC-DF9B55BC53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8929" y="1063417"/>
            <a:ext cx="3505495" cy="4675396"/>
          </a:xfrm>
        </p:spPr>
        <p:txBody>
          <a:bodyPr anchor="ctr">
            <a:normAutofit/>
          </a:bodyPr>
          <a:lstStyle/>
          <a:p>
            <a:r>
              <a:rPr lang="de-AT">
                <a:solidFill>
                  <a:srgbClr val="F2F2F2"/>
                </a:solidFill>
              </a:rPr>
              <a:t>Test Isolation &amp; CI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61B4701B-39FE-43B8-86AA-D6B8789C220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639056" y="0"/>
            <a:ext cx="7552944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30" name="Rounded Rectangle 9">
            <a:extLst>
              <a:ext uri="{FF2B5EF4-FFF2-40B4-BE49-F238E27FC236}">
                <a16:creationId xmlns:a16="http://schemas.microsoft.com/office/drawing/2014/main" id="{E9A7EF13-49FA-4355-971A-34B065F350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23688" y="484632"/>
            <a:ext cx="6584098" cy="5739187"/>
          </a:xfrm>
          <a:prstGeom prst="roundRect">
            <a:avLst>
              <a:gd name="adj" fmla="val 0"/>
            </a:avLst>
          </a:prstGeom>
          <a:ln w="12700" cap="sq">
            <a:solidFill>
              <a:schemeClr val="bg1">
                <a:lumMod val="75000"/>
              </a:schemeClr>
            </a:solidFill>
            <a:miter lim="800000"/>
          </a:ln>
          <a:effectLst>
            <a:outerShdw blurRad="63500" dist="25400" dir="5400000" algn="tl" rotWithShape="0">
              <a:srgbClr val="000000">
                <a:alpha val="39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92CF3C3E-0F7B-4F0C-8EBD-BDD38E9C66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42448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de-DE"/>
          </a:p>
        </p:txBody>
      </p:sp>
      <p:graphicFrame>
        <p:nvGraphicFramePr>
          <p:cNvPr id="21" name="Inhaltsplatzhalter 2">
            <a:extLst>
              <a:ext uri="{FF2B5EF4-FFF2-40B4-BE49-F238E27FC236}">
                <a16:creationId xmlns:a16="http://schemas.microsoft.com/office/drawing/2014/main" id="{6848F1D2-BDE1-C0B3-39FB-C8770C95707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864047186"/>
              </p:ext>
            </p:extLst>
          </p:nvPr>
        </p:nvGraphicFramePr>
        <p:xfrm>
          <a:off x="5608638" y="965200"/>
          <a:ext cx="5614987" cy="477361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411784524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>
            <a:extLst>
              <a:ext uri="{FF2B5EF4-FFF2-40B4-BE49-F238E27FC236}">
                <a16:creationId xmlns:a16="http://schemas.microsoft.com/office/drawing/2014/main" id="{ABE6F9A3-300E-47F5-B41C-C8C5E758DE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79A23546-C0F6-6F6B-7BF9-E7C08F8FD4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8929" y="1063417"/>
            <a:ext cx="3505495" cy="4675396"/>
          </a:xfrm>
        </p:spPr>
        <p:txBody>
          <a:bodyPr anchor="ctr">
            <a:normAutofit/>
          </a:bodyPr>
          <a:lstStyle/>
          <a:p>
            <a:r>
              <a:rPr lang="de-AT">
                <a:solidFill>
                  <a:srgbClr val="F2F2F2"/>
                </a:solidFill>
              </a:rPr>
              <a:t>Load Test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1B4701B-39FE-43B8-86AA-D6B8789C220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639056" y="0"/>
            <a:ext cx="7552944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24" name="Rounded Rectangle 9">
            <a:extLst>
              <a:ext uri="{FF2B5EF4-FFF2-40B4-BE49-F238E27FC236}">
                <a16:creationId xmlns:a16="http://schemas.microsoft.com/office/drawing/2014/main" id="{E9A7EF13-49FA-4355-971A-34B065F350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23688" y="484632"/>
            <a:ext cx="6584098" cy="5739187"/>
          </a:xfrm>
          <a:prstGeom prst="roundRect">
            <a:avLst>
              <a:gd name="adj" fmla="val 0"/>
            </a:avLst>
          </a:prstGeom>
          <a:ln w="12700" cap="sq">
            <a:solidFill>
              <a:schemeClr val="bg1">
                <a:lumMod val="75000"/>
              </a:schemeClr>
            </a:solidFill>
            <a:miter lim="800000"/>
          </a:ln>
          <a:effectLst>
            <a:outerShdw blurRad="63500" dist="25400" dir="5400000" algn="tl" rotWithShape="0">
              <a:srgbClr val="000000">
                <a:alpha val="39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92CF3C3E-0F7B-4F0C-8EBD-BDD38E9C66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42448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de-DE"/>
          </a:p>
        </p:txBody>
      </p:sp>
      <p:graphicFrame>
        <p:nvGraphicFramePr>
          <p:cNvPr id="5" name="Inhaltsplatzhalter 2">
            <a:extLst>
              <a:ext uri="{FF2B5EF4-FFF2-40B4-BE49-F238E27FC236}">
                <a16:creationId xmlns:a16="http://schemas.microsoft.com/office/drawing/2014/main" id="{1230FE49-F1A8-F803-49C8-974F4D8AFA8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26537149"/>
              </p:ext>
            </p:extLst>
          </p:nvPr>
        </p:nvGraphicFramePr>
        <p:xfrm>
          <a:off x="5608638" y="965200"/>
          <a:ext cx="5614987" cy="477361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59570859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>
            <a:extLst>
              <a:ext uri="{FF2B5EF4-FFF2-40B4-BE49-F238E27FC236}">
                <a16:creationId xmlns:a16="http://schemas.microsoft.com/office/drawing/2014/main" id="{ABE6F9A3-300E-47F5-B41C-C8C5E758DE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CE6CF8B1-5FEF-A7C5-D4E9-23947D4288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8929" y="1063417"/>
            <a:ext cx="3505495" cy="4675396"/>
          </a:xfrm>
        </p:spPr>
        <p:txBody>
          <a:bodyPr anchor="ctr">
            <a:normAutofit/>
          </a:bodyPr>
          <a:lstStyle/>
          <a:p>
            <a:r>
              <a:rPr lang="de-AT">
                <a:solidFill>
                  <a:srgbClr val="F2F2F2"/>
                </a:solidFill>
              </a:rPr>
              <a:t>Ergebnisse &amp; Fazit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1B4701B-39FE-43B8-86AA-D6B8789C220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639056" y="0"/>
            <a:ext cx="7552944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24" name="Rounded Rectangle 9">
            <a:extLst>
              <a:ext uri="{FF2B5EF4-FFF2-40B4-BE49-F238E27FC236}">
                <a16:creationId xmlns:a16="http://schemas.microsoft.com/office/drawing/2014/main" id="{E9A7EF13-49FA-4355-971A-34B065F350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23688" y="484632"/>
            <a:ext cx="6584098" cy="5739187"/>
          </a:xfrm>
          <a:prstGeom prst="roundRect">
            <a:avLst>
              <a:gd name="adj" fmla="val 0"/>
            </a:avLst>
          </a:prstGeom>
          <a:ln w="12700" cap="sq">
            <a:solidFill>
              <a:schemeClr val="bg1">
                <a:lumMod val="75000"/>
              </a:schemeClr>
            </a:solidFill>
            <a:miter lim="800000"/>
          </a:ln>
          <a:effectLst>
            <a:outerShdw blurRad="63500" dist="25400" dir="5400000" algn="tl" rotWithShape="0">
              <a:srgbClr val="000000">
                <a:alpha val="39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92CF3C3E-0F7B-4F0C-8EBD-BDD38E9C66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42448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de-DE"/>
          </a:p>
        </p:txBody>
      </p:sp>
      <p:graphicFrame>
        <p:nvGraphicFramePr>
          <p:cNvPr id="5" name="Inhaltsplatzhalter 2">
            <a:extLst>
              <a:ext uri="{FF2B5EF4-FFF2-40B4-BE49-F238E27FC236}">
                <a16:creationId xmlns:a16="http://schemas.microsoft.com/office/drawing/2014/main" id="{037D320E-18BB-9B7F-BCC0-CD2CF08C423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576427477"/>
              </p:ext>
            </p:extLst>
          </p:nvPr>
        </p:nvGraphicFramePr>
        <p:xfrm>
          <a:off x="5608638" y="965200"/>
          <a:ext cx="5614987" cy="477361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7848687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">
  <a:themeElements>
    <a:clrScheme name="Ion">
      <a:dk1>
        <a:sysClr val="windowText" lastClr="000000"/>
      </a:dk1>
      <a:lt1>
        <a:sysClr val="window" lastClr="FFFFFF"/>
      </a:lt1>
      <a:dk2>
        <a:srgbClr val="1E5155"/>
      </a:dk2>
      <a:lt2>
        <a:srgbClr val="EBEBEB"/>
      </a:lt2>
      <a:accent1>
        <a:srgbClr val="B01513"/>
      </a:accent1>
      <a:accent2>
        <a:srgbClr val="EA6312"/>
      </a:accent2>
      <a:accent3>
        <a:srgbClr val="E6B729"/>
      </a:accent3>
      <a:accent4>
        <a:srgbClr val="6AAC90"/>
      </a:accent4>
      <a:accent5>
        <a:srgbClr val="54849A"/>
      </a:accent5>
      <a:accent6>
        <a:srgbClr val="9E5E9B"/>
      </a:accent6>
      <a:hlink>
        <a:srgbClr val="58C1BA"/>
      </a:hlink>
      <a:folHlink>
        <a:srgbClr val="9DFFC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7000"/>
                <a:hueMod val="88000"/>
                <a:satMod val="130000"/>
                <a:lumMod val="124000"/>
              </a:schemeClr>
            </a:gs>
            <a:gs pos="100000">
              <a:schemeClr val="phClr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108000"/>
                <a:satMod val="164000"/>
                <a:lumMod val="74000"/>
              </a:schemeClr>
              <a:schemeClr val="phClr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292E63A9-BB86-4E3D-B92A-7223C6510D2E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</Template>
  <TotalTime>0</TotalTime>
  <Words>160</Words>
  <Application>Microsoft Office PowerPoint</Application>
  <PresentationFormat>Breitbild</PresentationFormat>
  <Paragraphs>58</Paragraphs>
  <Slides>10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10</vt:i4>
      </vt:variant>
    </vt:vector>
  </HeadingPairs>
  <TitlesOfParts>
    <vt:vector size="14" baseType="lpstr">
      <vt:lpstr>Arial</vt:lpstr>
      <vt:lpstr>Century Gothic</vt:lpstr>
      <vt:lpstr>Wingdings 3</vt:lpstr>
      <vt:lpstr>Ion</vt:lpstr>
      <vt:lpstr>Testenerweiterung Excalidraw</vt:lpstr>
      <vt:lpstr>Was ist Excalidraw?</vt:lpstr>
      <vt:lpstr>Warum Excalidraw?</vt:lpstr>
      <vt:lpstr>Test-Frameworks</vt:lpstr>
      <vt:lpstr>Unit Tests</vt:lpstr>
      <vt:lpstr>Integration Tests</vt:lpstr>
      <vt:lpstr>E2E Tests</vt:lpstr>
      <vt:lpstr>Test Isolation &amp; CI</vt:lpstr>
      <vt:lpstr>Load Test</vt:lpstr>
      <vt:lpstr>Ergebnisse &amp; Fazit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Krummenacker Daniel - s2410307021</dc:creator>
  <cp:lastModifiedBy>Steps Bernhard - s2410307042</cp:lastModifiedBy>
  <cp:revision>2</cp:revision>
  <dcterms:created xsi:type="dcterms:W3CDTF">2026-06-25T19:32:21Z</dcterms:created>
  <dcterms:modified xsi:type="dcterms:W3CDTF">2026-06-26T13:53:06Z</dcterms:modified>
</cp:coreProperties>
</file>