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782E2B-2BDC-7D7E-DA61-0F78FA14F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FF78A2-4BBE-31C0-3E89-8E6E1A049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8E5C0F-D6C0-41C2-FC30-BD1449166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98D1-9FB7-4B2B-ABF5-A1B82AFEEB0E}" type="datetimeFigureOut">
              <a:rPr lang="de-AT" smtClean="0"/>
              <a:t>25.06.2026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BD1AF6D-919C-6743-E510-43AF6F6E5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8404CD-B42B-3277-0CE4-D1EE25EF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ADA3F-BD24-4B00-A6A9-E0671310899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4747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72A958-300C-D97F-E98D-6DEE1F0E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DB2868-C7AB-AB3C-8662-2119C5CEA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754D14-41C4-7166-CFE7-5A44364CF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98D1-9FB7-4B2B-ABF5-A1B82AFEEB0E}" type="datetimeFigureOut">
              <a:rPr lang="de-AT" smtClean="0"/>
              <a:t>25.06.2026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F05B616-F904-5094-5DB1-C986AAF01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93EB9D-B6BD-82C3-6D98-CA937E4F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ADA3F-BD24-4B00-A6A9-E0671310899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2347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F59168-1EDA-097D-CCEE-378973FF7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5E53DB-BFD5-0E10-9FB2-DE50DCF4D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2BC9B00-263E-4BB1-7DB2-5B9CCDF39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98D1-9FB7-4B2B-ABF5-A1B82AFEEB0E}" type="datetimeFigureOut">
              <a:rPr lang="de-AT" smtClean="0"/>
              <a:t>25.06.2026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779BE7-C365-C783-EDA7-06DFC6FA9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DCF1E5-83EE-767E-6139-1B1B8FC76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ADA3F-BD24-4B00-A6A9-E0671310899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29386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FB36B0-1ADD-D525-5542-FDE6A42D7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D34543-1406-411C-1480-E08A205AB4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7F1C43-0264-0067-768B-1D4EBE71B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4DC933-EF35-D5E4-CBF0-D72DCACB5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98D1-9FB7-4B2B-ABF5-A1B82AFEEB0E}" type="datetimeFigureOut">
              <a:rPr lang="de-AT" smtClean="0"/>
              <a:t>25.06.2026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04514A-2124-EF2D-8B87-171268EF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8EBB9A-FB7B-3140-2C2D-5DAE9495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ADA3F-BD24-4B00-A6A9-E0671310899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302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473537-E898-A9B0-A616-C4175DE62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600BDB-65E5-176E-3DB6-3CDF4C95C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94414F-13CA-1E0D-90A6-432C3C182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0957B82-7D1E-041A-B6AF-9AF0C1F74B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C2C550E-2D5B-C4A1-4CDE-47E3E67A7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2DA0A47-4E03-0F5D-BCB2-C9974B8D9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98D1-9FB7-4B2B-ABF5-A1B82AFEEB0E}" type="datetimeFigureOut">
              <a:rPr lang="de-AT" smtClean="0"/>
              <a:t>25.06.2026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BCD9247-5875-C706-74ED-0EE98D64E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5754658-1F22-0A01-0EA1-E3582EE4A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ADA3F-BD24-4B00-A6A9-E0671310899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7343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E49CE4-2C30-9FB1-7165-1F8459484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B6F3910-026D-2A56-88B0-E7A35867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98D1-9FB7-4B2B-ABF5-A1B82AFEEB0E}" type="datetimeFigureOut">
              <a:rPr lang="de-AT" smtClean="0"/>
              <a:t>25.06.2026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5FB066A-59A0-2398-201D-86AA0A25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DC958C-5E06-DD32-0186-770EEC79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ADA3F-BD24-4B00-A6A9-E0671310899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5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D7D6C7E-08DB-9F3E-D7F0-93B6C1711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98D1-9FB7-4B2B-ABF5-A1B82AFEEB0E}" type="datetimeFigureOut">
              <a:rPr lang="de-AT" smtClean="0"/>
              <a:t>25.06.2026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A2DEA64-9EC9-C55E-F77A-AEB6F69C1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2498C7C-284F-3C2D-9EB6-4E202B492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ADA3F-BD24-4B00-A6A9-E0671310899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6176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A84E2B-938C-FCB6-7AB8-4F178AF3E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53BE7C-E4FF-42E1-D1E5-5B2AFEBCB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C5EE23-2F74-1977-0390-F6D9D70A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ED063B-0FD1-B082-AC7B-D72A37E4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98D1-9FB7-4B2B-ABF5-A1B82AFEEB0E}" type="datetimeFigureOut">
              <a:rPr lang="de-AT" smtClean="0"/>
              <a:t>25.06.2026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128B79-D632-DEEB-EA6C-0ABFCD266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A02E48-FF15-3899-8612-347C3A090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ADA3F-BD24-4B00-A6A9-E0671310899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79537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5D646A-841A-DA90-A875-F275973E0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299A07-1A76-B7BD-D960-C7511F6CE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3D74A0-4103-AA5A-F4CA-1EC966E5C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4014AA-3291-2004-9E52-4A518DCA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98D1-9FB7-4B2B-ABF5-A1B82AFEEB0E}" type="datetimeFigureOut">
              <a:rPr lang="de-AT" smtClean="0"/>
              <a:t>25.06.2026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F0CF47-FA73-27C5-B19D-5417CAFA8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47F510-CF92-D087-5AD5-8AC085649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ADA3F-BD24-4B00-A6A9-E0671310899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802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313F3A-7E9D-8C88-B17F-BB1DE607D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2FC4A6-6CE6-4D66-C963-782C21C17E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8AC42E-5186-952B-A0D4-E878CAD8C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98D1-9FB7-4B2B-ABF5-A1B82AFEEB0E}" type="datetimeFigureOut">
              <a:rPr lang="de-AT" smtClean="0"/>
              <a:t>25.06.2026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F2ACCD-544F-26F9-209F-B752AD50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9EF68E-192F-3414-CA41-FB25941B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ADA3F-BD24-4B00-A6A9-E0671310899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31787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F7C2651-858A-5E9B-1DC2-FCE40ED7D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3494364-6F5C-3ED7-E2DF-153623B72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8CE0C9-5BA9-7CA7-7269-696C2C0C0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598D1-9FB7-4B2B-ABF5-A1B82AFEEB0E}" type="datetimeFigureOut">
              <a:rPr lang="de-AT" smtClean="0"/>
              <a:t>25.06.2026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BD98B8-5D23-3D8F-E3CC-CB519C8C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81730EE-3756-A11F-EF4B-273C8BD8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ADA3F-BD24-4B00-A6A9-E0671310899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283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3CCBFAE-A86F-B5E6-5F11-DD91E8770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B99B0F-A577-A80E-06BD-04964C5C7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0DD03E-426B-BF49-22B9-5D405954B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598D1-9FB7-4B2B-ABF5-A1B82AFEEB0E}" type="datetimeFigureOut">
              <a:rPr lang="de-AT" smtClean="0"/>
              <a:t>25.06.2026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80AEF5-5A12-A93C-2822-153B8B785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21D324-C8E2-3C87-488C-6601402CF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CADA3F-BD24-4B00-A6A9-E0671310899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0717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AE2342-6D4E-9E92-7DFF-38E30B985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/>
              <a:t>Testen von </a:t>
            </a:r>
            <a:r>
              <a:rPr lang="de-AT" dirty="0" err="1"/>
              <a:t>Excalidraw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27298E7-C35B-CD78-ACD5-A3BB493DF4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AT" dirty="0"/>
              <a:t>Bernhard </a:t>
            </a:r>
            <a:r>
              <a:rPr lang="de-AT" dirty="0" err="1"/>
              <a:t>Steps</a:t>
            </a:r>
            <a:endParaRPr lang="de-AT" dirty="0"/>
          </a:p>
          <a:p>
            <a:r>
              <a:rPr lang="de-AT" dirty="0"/>
              <a:t>Daniel Krummenacker</a:t>
            </a:r>
          </a:p>
        </p:txBody>
      </p:sp>
    </p:spTree>
    <p:extLst>
      <p:ext uri="{BB962C8B-B14F-4D97-AF65-F5344CB8AC3E}">
        <p14:creationId xmlns:p14="http://schemas.microsoft.com/office/powerpoint/2010/main" val="3217678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5FD8AE-018D-9634-5B28-4F3FB88BF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Was ist </a:t>
            </a:r>
            <a:r>
              <a:rPr lang="de-AT" dirty="0" err="1"/>
              <a:t>Excalidraw</a:t>
            </a:r>
            <a:r>
              <a:rPr lang="de-AT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CB10CF-2F9E-9393-EEB9-6750BECCB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Open-Source Whiteboard-Anwendung</a:t>
            </a:r>
          </a:p>
          <a:p>
            <a:r>
              <a:rPr lang="de-AT" dirty="0"/>
              <a:t>React + </a:t>
            </a:r>
            <a:r>
              <a:rPr lang="de-AT" dirty="0" err="1"/>
              <a:t>TypeScript</a:t>
            </a:r>
            <a:r>
              <a:rPr lang="de-AT" dirty="0"/>
              <a:t> + HTML5 Canvas</a:t>
            </a:r>
          </a:p>
          <a:p>
            <a:r>
              <a:rPr lang="de-AT" dirty="0"/>
              <a:t>Zeichnen von Diagrammen und Skizzen</a:t>
            </a:r>
          </a:p>
          <a:p>
            <a:r>
              <a:rPr lang="de-AT" dirty="0"/>
              <a:t>Kollaboratives Arbeiten möglich</a:t>
            </a:r>
          </a:p>
          <a:p>
            <a:r>
              <a:rPr lang="de-AT" dirty="0"/>
              <a:t>Große aktive Codebasis</a:t>
            </a:r>
          </a:p>
        </p:txBody>
      </p:sp>
    </p:spTree>
    <p:extLst>
      <p:ext uri="{BB962C8B-B14F-4D97-AF65-F5344CB8AC3E}">
        <p14:creationId xmlns:p14="http://schemas.microsoft.com/office/powerpoint/2010/main" val="3726187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62DA8-C423-32B2-0F12-40B22C23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Warum gewählt?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4936A2-4A5E-A438-ED3A-3A74A1DC5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Reales Open-Source-Projekt</a:t>
            </a:r>
          </a:p>
          <a:p>
            <a:r>
              <a:rPr lang="de-AT" dirty="0"/>
              <a:t>Bereits produktiv im Einsatz</a:t>
            </a:r>
          </a:p>
          <a:p>
            <a:r>
              <a:rPr lang="de-AT" dirty="0"/>
              <a:t>Viele sinnvolle Testmöglichkeiten</a:t>
            </a:r>
          </a:p>
        </p:txBody>
      </p:sp>
    </p:spTree>
    <p:extLst>
      <p:ext uri="{BB962C8B-B14F-4D97-AF65-F5344CB8AC3E}">
        <p14:creationId xmlns:p14="http://schemas.microsoft.com/office/powerpoint/2010/main" val="2033789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F8A095-DDB4-CACD-A355-E7068751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Testpyramide</a:t>
            </a:r>
          </a:p>
        </p:txBody>
      </p:sp>
      <p:sp>
        <p:nvSpPr>
          <p:cNvPr id="6" name="Gleichschenkliges Dreieck 5">
            <a:extLst>
              <a:ext uri="{FF2B5EF4-FFF2-40B4-BE49-F238E27FC236}">
                <a16:creationId xmlns:a16="http://schemas.microsoft.com/office/drawing/2014/main" id="{43D275B1-2FD7-6349-EBB5-6CD7BA86FCB0}"/>
              </a:ext>
            </a:extLst>
          </p:cNvPr>
          <p:cNvSpPr/>
          <p:nvPr/>
        </p:nvSpPr>
        <p:spPr>
          <a:xfrm>
            <a:off x="1701800" y="1690688"/>
            <a:ext cx="4394200" cy="4083050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5740D2E-3B30-4F7F-7131-045DBA6EC00E}"/>
              </a:ext>
            </a:extLst>
          </p:cNvPr>
          <p:cNvSpPr txBox="1"/>
          <p:nvPr/>
        </p:nvSpPr>
        <p:spPr>
          <a:xfrm>
            <a:off x="3165300" y="5404406"/>
            <a:ext cx="146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10 Unit-Tests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1AA2638-7CDB-1E3F-B773-DB6F026ED1BF}"/>
              </a:ext>
            </a:extLst>
          </p:cNvPr>
          <p:cNvSpPr txBox="1"/>
          <p:nvPr/>
        </p:nvSpPr>
        <p:spPr>
          <a:xfrm>
            <a:off x="2898591" y="4535250"/>
            <a:ext cx="2000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6 Integration-Tests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4EAFCD5-1F75-5942-BC3F-0403C4799B22}"/>
              </a:ext>
            </a:extLst>
          </p:cNvPr>
          <p:cNvSpPr txBox="1"/>
          <p:nvPr/>
        </p:nvSpPr>
        <p:spPr>
          <a:xfrm>
            <a:off x="3185018" y="2875002"/>
            <a:ext cx="1427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2 Load-Tests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2F4C974-2449-2B80-6F29-384DE10BA8EA}"/>
              </a:ext>
            </a:extLst>
          </p:cNvPr>
          <p:cNvSpPr txBox="1"/>
          <p:nvPr/>
        </p:nvSpPr>
        <p:spPr>
          <a:xfrm>
            <a:off x="3243013" y="3666094"/>
            <a:ext cx="1311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4 E2E-Tests</a:t>
            </a:r>
          </a:p>
        </p:txBody>
      </p:sp>
    </p:spTree>
    <p:extLst>
      <p:ext uri="{BB962C8B-B14F-4D97-AF65-F5344CB8AC3E}">
        <p14:creationId xmlns:p14="http://schemas.microsoft.com/office/powerpoint/2010/main" val="62901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CD90E8-64EC-5D23-D9FF-E1EC06E68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Test-Frameworks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DD8FCF-7F7E-F25C-979A-93EA68581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Unit + Integration</a:t>
            </a:r>
          </a:p>
          <a:p>
            <a:pPr lvl="1"/>
            <a:r>
              <a:rPr lang="de-AT" dirty="0" err="1"/>
              <a:t>Vitest</a:t>
            </a:r>
            <a:endParaRPr lang="de-AT" dirty="0"/>
          </a:p>
          <a:p>
            <a:pPr lvl="1"/>
            <a:r>
              <a:rPr lang="de-AT" dirty="0"/>
              <a:t>React </a:t>
            </a:r>
            <a:r>
              <a:rPr lang="de-AT" dirty="0" err="1"/>
              <a:t>Testing</a:t>
            </a:r>
            <a:r>
              <a:rPr lang="de-AT" dirty="0"/>
              <a:t> Library</a:t>
            </a:r>
          </a:p>
          <a:p>
            <a:r>
              <a:rPr lang="de-AT" dirty="0"/>
              <a:t>E2E</a:t>
            </a:r>
          </a:p>
          <a:p>
            <a:pPr lvl="1"/>
            <a:r>
              <a:rPr lang="de-AT" dirty="0" err="1"/>
              <a:t>Playwright</a:t>
            </a:r>
            <a:endParaRPr lang="de-AT" dirty="0"/>
          </a:p>
          <a:p>
            <a:r>
              <a:rPr lang="de-AT" dirty="0"/>
              <a:t>Load</a:t>
            </a:r>
          </a:p>
          <a:p>
            <a:pPr lvl="1"/>
            <a:r>
              <a:rPr lang="de-AT" dirty="0" err="1"/>
              <a:t>Artillery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235222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59FF05-3FC4-8DEA-20BE-92898F8C8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Unit Tests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FD4A45-AFD8-E5BA-F9FA-2A319679B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AT" dirty="0" err="1"/>
              <a:t>triangle.test.ts</a:t>
            </a:r>
            <a:endParaRPr lang="de-AT" dirty="0"/>
          </a:p>
          <a:p>
            <a:pPr lvl="1"/>
            <a:r>
              <a:rPr lang="de-AT" dirty="0"/>
              <a:t>Punkt innerhalb Dreieck</a:t>
            </a:r>
          </a:p>
          <a:p>
            <a:pPr lvl="1"/>
            <a:r>
              <a:rPr lang="de-AT" dirty="0"/>
              <a:t>Punkt außerhalb</a:t>
            </a:r>
          </a:p>
          <a:p>
            <a:pPr lvl="1"/>
            <a:r>
              <a:rPr lang="de-AT" dirty="0"/>
              <a:t>Punkt auf Kante</a:t>
            </a:r>
          </a:p>
          <a:p>
            <a:pPr lvl="1"/>
            <a:r>
              <a:rPr lang="de-AT" dirty="0"/>
              <a:t>Punkt auf Eckpunkt</a:t>
            </a:r>
          </a:p>
          <a:p>
            <a:pPr lvl="1"/>
            <a:r>
              <a:rPr lang="de-AT" dirty="0"/>
              <a:t>Negative Koordinaten</a:t>
            </a:r>
          </a:p>
          <a:p>
            <a:r>
              <a:rPr lang="de-AT" dirty="0" err="1"/>
              <a:t>polygon.test.ts</a:t>
            </a:r>
            <a:endParaRPr lang="de-AT" dirty="0"/>
          </a:p>
          <a:p>
            <a:pPr lvl="1"/>
            <a:r>
              <a:rPr lang="de-AT" dirty="0"/>
              <a:t>Polygon schließen</a:t>
            </a:r>
          </a:p>
          <a:p>
            <a:pPr lvl="1"/>
            <a:r>
              <a:rPr lang="de-AT" dirty="0"/>
              <a:t>Innen-/Außenerkennung</a:t>
            </a:r>
          </a:p>
          <a:p>
            <a:pPr lvl="1"/>
            <a:r>
              <a:rPr lang="de-AT" dirty="0"/>
              <a:t>Randpunkte</a:t>
            </a:r>
          </a:p>
          <a:p>
            <a:pPr lvl="1"/>
            <a:r>
              <a:rPr lang="de-AT" dirty="0"/>
              <a:t>Winding Algorithmus</a:t>
            </a:r>
          </a:p>
        </p:txBody>
      </p:sp>
    </p:spTree>
    <p:extLst>
      <p:ext uri="{BB962C8B-B14F-4D97-AF65-F5344CB8AC3E}">
        <p14:creationId xmlns:p14="http://schemas.microsoft.com/office/powerpoint/2010/main" val="2014749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59FCF1-54F7-3719-A761-408D253B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Integration Tests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E0425C-0819-979E-4F66-15DE8AA1E5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Rechteck zeichnen</a:t>
            </a:r>
          </a:p>
          <a:p>
            <a:r>
              <a:rPr lang="de-DE" dirty="0"/>
              <a:t>Hintergrundfarbe ändern</a:t>
            </a:r>
          </a:p>
          <a:p>
            <a:r>
              <a:rPr lang="de-DE" dirty="0"/>
              <a:t>Linienfarbe ändern</a:t>
            </a:r>
          </a:p>
          <a:p>
            <a:r>
              <a:rPr lang="de-DE" dirty="0"/>
              <a:t>Elemente speichern</a:t>
            </a:r>
          </a:p>
          <a:p>
            <a:r>
              <a:rPr lang="de-DE" dirty="0"/>
              <a:t>Mehrere Elemente färben</a:t>
            </a:r>
          </a:p>
          <a:p>
            <a:r>
              <a:rPr lang="de-DE" dirty="0"/>
              <a:t>Löschen + </a:t>
            </a:r>
            <a:r>
              <a:rPr lang="de-DE" dirty="0" err="1"/>
              <a:t>Undo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681489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97D730-368D-A9AD-2043-1EF2215E8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E2E Tests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8F8C53-6355-48C9-D430-87B4D0FDE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Rechteck zeichnen</a:t>
            </a:r>
          </a:p>
          <a:p>
            <a:r>
              <a:rPr lang="de-AT" dirty="0"/>
              <a:t>Text erstellen</a:t>
            </a:r>
          </a:p>
          <a:p>
            <a:r>
              <a:rPr lang="de-AT" dirty="0" err="1"/>
              <a:t>Undo</a:t>
            </a:r>
            <a:r>
              <a:rPr lang="de-AT" dirty="0"/>
              <a:t> / Redo</a:t>
            </a:r>
          </a:p>
          <a:p>
            <a:r>
              <a:rPr lang="de-AT" dirty="0"/>
              <a:t>Canvas löschen</a:t>
            </a:r>
          </a:p>
        </p:txBody>
      </p:sp>
    </p:spTree>
    <p:extLst>
      <p:ext uri="{BB962C8B-B14F-4D97-AF65-F5344CB8AC3E}">
        <p14:creationId xmlns:p14="http://schemas.microsoft.com/office/powerpoint/2010/main" val="739744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FBFBCC-0023-FAF4-1ADC-DF9B55BC5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Test Isolation &amp; CI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B473FD-9C8E-E941-4B89-4C305784B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Unit: eigene Testdaten</a:t>
            </a:r>
          </a:p>
          <a:p>
            <a:r>
              <a:rPr lang="de-AT" dirty="0"/>
              <a:t>Integration: neues React-Rendering pro Test</a:t>
            </a:r>
          </a:p>
          <a:p>
            <a:r>
              <a:rPr lang="de-AT" dirty="0"/>
              <a:t>E2E: neuer Browser-Kontext</a:t>
            </a:r>
          </a:p>
        </p:txBody>
      </p:sp>
    </p:spTree>
    <p:extLst>
      <p:ext uri="{BB962C8B-B14F-4D97-AF65-F5344CB8AC3E}">
        <p14:creationId xmlns:p14="http://schemas.microsoft.com/office/powerpoint/2010/main" val="4117845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A23546-C0F6-6F6B-7BF9-E7C08F8FD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Load Test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3B1479-9BC5-5D6F-014D-8348BEFD9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10 → 50 Benutzer pro Sekunde</a:t>
            </a:r>
          </a:p>
          <a:p>
            <a:r>
              <a:rPr lang="de-AT" dirty="0"/>
              <a:t>30 Sekunden</a:t>
            </a:r>
          </a:p>
          <a:p>
            <a:r>
              <a:rPr lang="de-AT" dirty="0"/>
              <a:t>Mehrere statische Dateien</a:t>
            </a:r>
          </a:p>
        </p:txBody>
      </p:sp>
    </p:spTree>
    <p:extLst>
      <p:ext uri="{BB962C8B-B14F-4D97-AF65-F5344CB8AC3E}">
        <p14:creationId xmlns:p14="http://schemas.microsoft.com/office/powerpoint/2010/main" val="3595708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6CF8B1-5FEF-A7C5-D4E9-23947D42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Ergebnisse &amp; 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1C888E-BDBD-6026-E46A-90519AEE5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900 </a:t>
            </a:r>
            <a:r>
              <a:rPr lang="de-AT" dirty="0" err="1"/>
              <a:t>Requests</a:t>
            </a:r>
            <a:endParaRPr lang="de-AT" dirty="0"/>
          </a:p>
          <a:p>
            <a:r>
              <a:rPr lang="de-AT" dirty="0"/>
              <a:t>0 Fehler</a:t>
            </a:r>
          </a:p>
          <a:p>
            <a:r>
              <a:rPr lang="de-AT" dirty="0"/>
              <a:t>Median: 2 </a:t>
            </a:r>
            <a:r>
              <a:rPr lang="de-AT" dirty="0" err="1"/>
              <a:t>ms</a:t>
            </a:r>
            <a:endParaRPr lang="de-AT" dirty="0"/>
          </a:p>
          <a:p>
            <a:r>
              <a:rPr lang="de-AT" dirty="0"/>
              <a:t>p95: 4 </a:t>
            </a:r>
            <a:r>
              <a:rPr lang="de-AT" dirty="0" err="1"/>
              <a:t>ms</a:t>
            </a:r>
            <a:endParaRPr lang="de-AT" dirty="0"/>
          </a:p>
          <a:p>
            <a:r>
              <a:rPr lang="de-AT" dirty="0"/>
              <a:t>p99: 16 </a:t>
            </a:r>
            <a:r>
              <a:rPr lang="de-AT" dirty="0" err="1"/>
              <a:t>ms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8486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9897B3-47FD-773E-B853-8162E5E4E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1425"/>
            <a:ext cx="9144000" cy="1835150"/>
          </a:xfrm>
        </p:spPr>
        <p:txBody>
          <a:bodyPr>
            <a:normAutofit/>
          </a:bodyPr>
          <a:lstStyle/>
          <a:p>
            <a:r>
              <a:rPr lang="de-AT" dirty="0"/>
              <a:t>Danke für eure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1254845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Breitbild</PresentationFormat>
  <Paragraphs>65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Testen von Excalidraw</vt:lpstr>
      <vt:lpstr>Was ist Excalidraw?</vt:lpstr>
      <vt:lpstr>Warum gewählt?</vt:lpstr>
      <vt:lpstr>Testpyramide</vt:lpstr>
      <vt:lpstr>Test-Frameworks</vt:lpstr>
      <vt:lpstr>Unit Tests</vt:lpstr>
      <vt:lpstr>Integration Tests</vt:lpstr>
      <vt:lpstr>E2E Tests</vt:lpstr>
      <vt:lpstr>Test Isolation &amp; CI</vt:lpstr>
      <vt:lpstr>Load Test</vt:lpstr>
      <vt:lpstr>Ergebnisse &amp; Fazit</vt:lpstr>
      <vt:lpstr>Danke für eure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Krummenacker Daniel - s2410307021</dc:creator>
  <cp:lastModifiedBy>Krummenacker Daniel - s2410307021</cp:lastModifiedBy>
  <cp:revision>1</cp:revision>
  <dcterms:created xsi:type="dcterms:W3CDTF">2026-06-25T19:32:21Z</dcterms:created>
  <dcterms:modified xsi:type="dcterms:W3CDTF">2026-06-25T19:33:49Z</dcterms:modified>
</cp:coreProperties>
</file>